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4" r:id="rId5"/>
    <p:sldId id="262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DBA1D3-D27C-5F1E-2DD5-259C668B33EC}" v="386" dt="2025-03-12T04:09:19.075"/>
    <p1510:client id="{E7E17433-E763-4AD4-A282-D109E123DA38}" v="8" dt="2025-03-11T18:31:22.272"/>
    <p1510:client id="{F8C83D52-51C3-0EEF-E31F-04CC8C75E1E7}" v="773" dt="2025-03-12T14:48:53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BFDBA1D3-D27C-5F1E-2DD5-259C668B33EC}"/>
    <pc:docChg chg="addSld delSld modSld sldOrd">
      <pc:chgData name="Guest User" userId="" providerId="Windows Live" clId="Web-{BFDBA1D3-D27C-5F1E-2DD5-259C668B33EC}" dt="2025-03-12T04:09:19.075" v="218"/>
      <pc:docMkLst>
        <pc:docMk/>
      </pc:docMkLst>
      <pc:sldChg chg="modSp add del ord replId">
        <pc:chgData name="Guest User" userId="" providerId="Windows Live" clId="Web-{BFDBA1D3-D27C-5F1E-2DD5-259C668B33EC}" dt="2025-03-12T04:09:19.075" v="218"/>
        <pc:sldMkLst>
          <pc:docMk/>
          <pc:sldMk cId="1387911920" sldId="263"/>
        </pc:sldMkLst>
        <pc:spChg chg="mod">
          <ac:chgData name="Guest User" userId="" providerId="Windows Live" clId="Web-{BFDBA1D3-D27C-5F1E-2DD5-259C668B33EC}" dt="2025-03-12T03:56:39.576" v="49" actId="20577"/>
          <ac:spMkLst>
            <pc:docMk/>
            <pc:sldMk cId="1387911920" sldId="263"/>
            <ac:spMk id="2" creationId="{90C2B61A-B9A0-71AC-48FE-587E794BDBBB}"/>
          </ac:spMkLst>
        </pc:spChg>
        <pc:spChg chg="mod">
          <ac:chgData name="Guest User" userId="" providerId="Windows Live" clId="Web-{BFDBA1D3-D27C-5F1E-2DD5-259C668B33EC}" dt="2025-03-12T03:56:11.965" v="31" actId="20577"/>
          <ac:spMkLst>
            <pc:docMk/>
            <pc:sldMk cId="1387911920" sldId="263"/>
            <ac:spMk id="4" creationId="{817B5EFD-BCA6-2D86-7933-8F2889E360D2}"/>
          </ac:spMkLst>
        </pc:spChg>
      </pc:sldChg>
      <pc:sldChg chg="new del">
        <pc:chgData name="Guest User" userId="" providerId="Windows Live" clId="Web-{BFDBA1D3-D27C-5F1E-2DD5-259C668B33EC}" dt="2025-03-12T03:54:57.509" v="1"/>
        <pc:sldMkLst>
          <pc:docMk/>
          <pc:sldMk cId="1940954018" sldId="263"/>
        </pc:sldMkLst>
      </pc:sldChg>
      <pc:sldChg chg="modSp add replId">
        <pc:chgData name="Guest User" userId="" providerId="Windows Live" clId="Web-{BFDBA1D3-D27C-5F1E-2DD5-259C668B33EC}" dt="2025-03-12T04:09:12.731" v="217" actId="20577"/>
        <pc:sldMkLst>
          <pc:docMk/>
          <pc:sldMk cId="1208476635" sldId="264"/>
        </pc:sldMkLst>
        <pc:spChg chg="mod">
          <ac:chgData name="Guest User" userId="" providerId="Windows Live" clId="Web-{BFDBA1D3-D27C-5F1E-2DD5-259C668B33EC}" dt="2025-03-12T04:09:12.731" v="217" actId="20577"/>
          <ac:spMkLst>
            <pc:docMk/>
            <pc:sldMk cId="1208476635" sldId="264"/>
            <ac:spMk id="2" creationId="{06037EC0-5445-78E4-F8C8-AE150F6E3F9B}"/>
          </ac:spMkLst>
        </pc:spChg>
        <pc:spChg chg="mod">
          <ac:chgData name="Guest User" userId="" providerId="Windows Live" clId="Web-{BFDBA1D3-D27C-5F1E-2DD5-259C668B33EC}" dt="2025-03-12T03:59:05.769" v="99" actId="20577"/>
          <ac:spMkLst>
            <pc:docMk/>
            <pc:sldMk cId="1208476635" sldId="264"/>
            <ac:spMk id="4" creationId="{AEAAE93B-7B99-798F-6F94-58BD89BF65B1}"/>
          </ac:spMkLst>
        </pc:spChg>
      </pc:sldChg>
    </pc:docChg>
  </pc:docChgLst>
  <pc:docChgLst>
    <pc:chgData name="Guest User" providerId="Windows Live" clId="Web-{F8C83D52-51C3-0EEF-E31F-04CC8C75E1E7}"/>
    <pc:docChg chg="modSld">
      <pc:chgData name="Guest User" userId="" providerId="Windows Live" clId="Web-{F8C83D52-51C3-0EEF-E31F-04CC8C75E1E7}" dt="2025-03-12T14:48:53.900" v="400" actId="20577"/>
      <pc:docMkLst>
        <pc:docMk/>
      </pc:docMkLst>
      <pc:sldChg chg="modSp">
        <pc:chgData name="Guest User" userId="" providerId="Windows Live" clId="Web-{F8C83D52-51C3-0EEF-E31F-04CC8C75E1E7}" dt="2025-03-12T14:48:53.900" v="400" actId="20577"/>
        <pc:sldMkLst>
          <pc:docMk/>
          <pc:sldMk cId="1208476635" sldId="264"/>
        </pc:sldMkLst>
        <pc:spChg chg="mod">
          <ac:chgData name="Guest User" userId="" providerId="Windows Live" clId="Web-{F8C83D52-51C3-0EEF-E31F-04CC8C75E1E7}" dt="2025-03-12T14:48:53.900" v="400" actId="20577"/>
          <ac:spMkLst>
            <pc:docMk/>
            <pc:sldMk cId="1208476635" sldId="264"/>
            <ac:spMk id="2" creationId="{06037EC0-5445-78E4-F8C8-AE150F6E3F9B}"/>
          </ac:spMkLst>
        </pc:spChg>
        <pc:spChg chg="mod">
          <ac:chgData name="Guest User" userId="" providerId="Windows Live" clId="Web-{F8C83D52-51C3-0EEF-E31F-04CC8C75E1E7}" dt="2025-03-12T14:42:33.704" v="27" actId="20577"/>
          <ac:spMkLst>
            <pc:docMk/>
            <pc:sldMk cId="1208476635" sldId="264"/>
            <ac:spMk id="4" creationId="{AEAAE93B-7B99-798F-6F94-58BD89BF65B1}"/>
          </ac:spMkLst>
        </pc:spChg>
      </pc:sldChg>
    </pc:docChg>
  </pc:docChgLst>
  <pc:docChgLst>
    <pc:chgData name="Meg Burkes" userId="1efcd6318e7a8f65" providerId="LiveId" clId="{E7E17433-E763-4AD4-A282-D109E123DA38}"/>
    <pc:docChg chg="undo custSel addSld delSld modSld">
      <pc:chgData name="Meg Burkes" userId="1efcd6318e7a8f65" providerId="LiveId" clId="{E7E17433-E763-4AD4-A282-D109E123DA38}" dt="2025-03-11T18:34:38.883" v="877" actId="20577"/>
      <pc:docMkLst>
        <pc:docMk/>
      </pc:docMkLst>
      <pc:sldChg chg="addSp delSp modSp mod">
        <pc:chgData name="Meg Burkes" userId="1efcd6318e7a8f65" providerId="LiveId" clId="{E7E17433-E763-4AD4-A282-D109E123DA38}" dt="2025-03-11T18:19:36.858" v="13" actId="20577"/>
        <pc:sldMkLst>
          <pc:docMk/>
          <pc:sldMk cId="541408923" sldId="256"/>
        </pc:sldMkLst>
        <pc:spChg chg="del">
          <ac:chgData name="Meg Burkes" userId="1efcd6318e7a8f65" providerId="LiveId" clId="{E7E17433-E763-4AD4-A282-D109E123DA38}" dt="2025-03-11T18:19:22.666" v="4" actId="478"/>
          <ac:spMkLst>
            <pc:docMk/>
            <pc:sldMk cId="541408923" sldId="256"/>
            <ac:spMk id="2" creationId="{800C2434-3C82-C617-A443-63AC8F0D207D}"/>
          </ac:spMkLst>
        </pc:spChg>
        <pc:spChg chg="del">
          <ac:chgData name="Meg Burkes" userId="1efcd6318e7a8f65" providerId="LiveId" clId="{E7E17433-E763-4AD4-A282-D109E123DA38}" dt="2025-03-11T18:19:16.175" v="3" actId="478"/>
          <ac:spMkLst>
            <pc:docMk/>
            <pc:sldMk cId="541408923" sldId="256"/>
            <ac:spMk id="3" creationId="{F4BF851D-54A6-00FC-8DD7-2BAB5CB3DEA2}"/>
          </ac:spMkLst>
        </pc:spChg>
        <pc:spChg chg="add mod">
          <ac:chgData name="Meg Burkes" userId="1efcd6318e7a8f65" providerId="LiveId" clId="{E7E17433-E763-4AD4-A282-D109E123DA38}" dt="2025-03-11T18:19:29.613" v="5" actId="1076"/>
          <ac:spMkLst>
            <pc:docMk/>
            <pc:sldMk cId="541408923" sldId="256"/>
            <ac:spMk id="4" creationId="{7FAB549D-5DF0-6062-0C5B-5E2051675A26}"/>
          </ac:spMkLst>
        </pc:spChg>
        <pc:spChg chg="add mod">
          <ac:chgData name="Meg Burkes" userId="1efcd6318e7a8f65" providerId="LiveId" clId="{E7E17433-E763-4AD4-A282-D109E123DA38}" dt="2025-03-11T18:18:59.833" v="0"/>
          <ac:spMkLst>
            <pc:docMk/>
            <pc:sldMk cId="541408923" sldId="256"/>
            <ac:spMk id="5" creationId="{0A50B658-7230-2B43-B947-8004F8D535AA}"/>
          </ac:spMkLst>
        </pc:spChg>
        <pc:spChg chg="add mod">
          <ac:chgData name="Meg Burkes" userId="1efcd6318e7a8f65" providerId="LiveId" clId="{E7E17433-E763-4AD4-A282-D109E123DA38}" dt="2025-03-11T18:19:36.858" v="13" actId="20577"/>
          <ac:spMkLst>
            <pc:docMk/>
            <pc:sldMk cId="541408923" sldId="256"/>
            <ac:spMk id="9" creationId="{69E6CE1B-33B7-7D19-98D0-1350E06A2EF4}"/>
          </ac:spMkLst>
        </pc:spChg>
        <pc:spChg chg="add mod">
          <ac:chgData name="Meg Burkes" userId="1efcd6318e7a8f65" providerId="LiveId" clId="{E7E17433-E763-4AD4-A282-D109E123DA38}" dt="2025-03-11T18:18:59.833" v="0"/>
          <ac:spMkLst>
            <pc:docMk/>
            <pc:sldMk cId="541408923" sldId="256"/>
            <ac:spMk id="10" creationId="{C93FFAC2-1551-A097-130F-5195CF6BB12E}"/>
          </ac:spMkLst>
        </pc:spChg>
        <pc:spChg chg="add mod">
          <ac:chgData name="Meg Burkes" userId="1efcd6318e7a8f65" providerId="LiveId" clId="{E7E17433-E763-4AD4-A282-D109E123DA38}" dt="2025-03-11T18:18:59.833" v="0"/>
          <ac:spMkLst>
            <pc:docMk/>
            <pc:sldMk cId="541408923" sldId="256"/>
            <ac:spMk id="14" creationId="{9127192C-10B7-D760-3038-8D0C8A0DD949}"/>
          </ac:spMkLst>
        </pc:spChg>
        <pc:picChg chg="add mod">
          <ac:chgData name="Meg Burkes" userId="1efcd6318e7a8f65" providerId="LiveId" clId="{E7E17433-E763-4AD4-A282-D109E123DA38}" dt="2025-03-11T18:19:10.928" v="2" actId="1036"/>
          <ac:picMkLst>
            <pc:docMk/>
            <pc:sldMk cId="541408923" sldId="256"/>
            <ac:picMk id="6" creationId="{AC5AD8F0-806D-3728-010F-4C6F221C5EAE}"/>
          </ac:picMkLst>
        </pc:picChg>
        <pc:picChg chg="add mod">
          <ac:chgData name="Meg Burkes" userId="1efcd6318e7a8f65" providerId="LiveId" clId="{E7E17433-E763-4AD4-A282-D109E123DA38}" dt="2025-03-11T18:18:59.833" v="0"/>
          <ac:picMkLst>
            <pc:docMk/>
            <pc:sldMk cId="541408923" sldId="256"/>
            <ac:picMk id="7" creationId="{40EA3CC8-101D-679D-6204-42C8AD0D312D}"/>
          </ac:picMkLst>
        </pc:picChg>
        <pc:picChg chg="add mod">
          <ac:chgData name="Meg Burkes" userId="1efcd6318e7a8f65" providerId="LiveId" clId="{E7E17433-E763-4AD4-A282-D109E123DA38}" dt="2025-03-11T18:18:59.833" v="0"/>
          <ac:picMkLst>
            <pc:docMk/>
            <pc:sldMk cId="541408923" sldId="256"/>
            <ac:picMk id="8" creationId="{C1A9A49D-E7A6-EC1C-29E3-4257A76591C6}"/>
          </ac:picMkLst>
        </pc:picChg>
        <pc:picChg chg="add mod">
          <ac:chgData name="Meg Burkes" userId="1efcd6318e7a8f65" providerId="LiveId" clId="{E7E17433-E763-4AD4-A282-D109E123DA38}" dt="2025-03-11T18:18:59.833" v="0"/>
          <ac:picMkLst>
            <pc:docMk/>
            <pc:sldMk cId="541408923" sldId="256"/>
            <ac:picMk id="12" creationId="{256A325F-75B9-75E4-6DAA-DA0CEBE05ACE}"/>
          </ac:picMkLst>
        </pc:picChg>
        <pc:picChg chg="add mod">
          <ac:chgData name="Meg Burkes" userId="1efcd6318e7a8f65" providerId="LiveId" clId="{E7E17433-E763-4AD4-A282-D109E123DA38}" dt="2025-03-11T18:18:59.833" v="0"/>
          <ac:picMkLst>
            <pc:docMk/>
            <pc:sldMk cId="541408923" sldId="256"/>
            <ac:picMk id="13" creationId="{C82195C4-40A5-1132-6E27-4A8E152D7964}"/>
          </ac:picMkLst>
        </pc:picChg>
      </pc:sldChg>
      <pc:sldChg chg="add del">
        <pc:chgData name="Meg Burkes" userId="1efcd6318e7a8f65" providerId="LiveId" clId="{E7E17433-E763-4AD4-A282-D109E123DA38}" dt="2025-03-11T18:24:30.082" v="65" actId="47"/>
        <pc:sldMkLst>
          <pc:docMk/>
          <pc:sldMk cId="22671674" sldId="257"/>
        </pc:sldMkLst>
      </pc:sldChg>
      <pc:sldChg chg="addSp delSp modSp add del mod">
        <pc:chgData name="Meg Burkes" userId="1efcd6318e7a8f65" providerId="LiveId" clId="{E7E17433-E763-4AD4-A282-D109E123DA38}" dt="2025-03-11T18:24:33.474" v="66" actId="47"/>
        <pc:sldMkLst>
          <pc:docMk/>
          <pc:sldMk cId="2677461368" sldId="258"/>
        </pc:sldMkLst>
        <pc:spChg chg="add del mod">
          <ac:chgData name="Meg Burkes" userId="1efcd6318e7a8f65" providerId="LiveId" clId="{E7E17433-E763-4AD4-A282-D109E123DA38}" dt="2025-03-11T18:22:26.231" v="26"/>
          <ac:spMkLst>
            <pc:docMk/>
            <pc:sldMk cId="2677461368" sldId="258"/>
            <ac:spMk id="2" creationId="{5DEDF212-BE10-1757-7332-796C3FEC487B}"/>
          </ac:spMkLst>
        </pc:spChg>
        <pc:spChg chg="add mod">
          <ac:chgData name="Meg Burkes" userId="1efcd6318e7a8f65" providerId="LiveId" clId="{E7E17433-E763-4AD4-A282-D109E123DA38}" dt="2025-03-11T18:24:11.748" v="61" actId="947"/>
          <ac:spMkLst>
            <pc:docMk/>
            <pc:sldMk cId="2677461368" sldId="258"/>
            <ac:spMk id="3" creationId="{8970D174-0584-3569-B773-019672034A13}"/>
          </ac:spMkLst>
        </pc:spChg>
        <pc:spChg chg="del">
          <ac:chgData name="Meg Burkes" userId="1efcd6318e7a8f65" providerId="LiveId" clId="{E7E17433-E763-4AD4-A282-D109E123DA38}" dt="2025-03-11T18:19:48.683" v="15" actId="478"/>
          <ac:spMkLst>
            <pc:docMk/>
            <pc:sldMk cId="2677461368" sldId="258"/>
            <ac:spMk id="4" creationId="{387A5B42-05AB-E3BA-1931-3F80FF18F9BA}"/>
          </ac:spMkLst>
        </pc:spChg>
        <pc:spChg chg="del mod">
          <ac:chgData name="Meg Burkes" userId="1efcd6318e7a8f65" providerId="LiveId" clId="{E7E17433-E763-4AD4-A282-D109E123DA38}" dt="2025-03-11T18:19:53.870" v="19" actId="478"/>
          <ac:spMkLst>
            <pc:docMk/>
            <pc:sldMk cId="2677461368" sldId="258"/>
            <ac:spMk id="5" creationId="{DFDD9292-32D0-0C99-8583-A5332C0BAE26}"/>
          </ac:spMkLst>
        </pc:spChg>
        <pc:spChg chg="add mod">
          <ac:chgData name="Meg Burkes" userId="1efcd6318e7a8f65" providerId="LiveId" clId="{E7E17433-E763-4AD4-A282-D109E123DA38}" dt="2025-03-11T18:23:03.293" v="59" actId="20577"/>
          <ac:spMkLst>
            <pc:docMk/>
            <pc:sldMk cId="2677461368" sldId="258"/>
            <ac:spMk id="15" creationId="{EE787352-C788-6F92-1B3B-5A2666731F36}"/>
          </ac:spMkLst>
        </pc:spChg>
        <pc:picChg chg="del">
          <ac:chgData name="Meg Burkes" userId="1efcd6318e7a8f65" providerId="LiveId" clId="{E7E17433-E763-4AD4-A282-D109E123DA38}" dt="2025-03-11T18:19:55.151" v="20" actId="478"/>
          <ac:picMkLst>
            <pc:docMk/>
            <pc:sldMk cId="2677461368" sldId="258"/>
            <ac:picMk id="11" creationId="{E7AFC1BF-C341-DC20-D94E-697439DE43F3}"/>
          </ac:picMkLst>
        </pc:picChg>
        <pc:picChg chg="del">
          <ac:chgData name="Meg Burkes" userId="1efcd6318e7a8f65" providerId="LiveId" clId="{E7E17433-E763-4AD4-A282-D109E123DA38}" dt="2025-03-11T18:19:56.581" v="21" actId="478"/>
          <ac:picMkLst>
            <pc:docMk/>
            <pc:sldMk cId="2677461368" sldId="258"/>
            <ac:picMk id="12" creationId="{114A5E03-1807-6AB6-F42E-F44148EE52AC}"/>
          </ac:picMkLst>
        </pc:picChg>
        <pc:picChg chg="del">
          <ac:chgData name="Meg Burkes" userId="1efcd6318e7a8f65" providerId="LiveId" clId="{E7E17433-E763-4AD4-A282-D109E123DA38}" dt="2025-03-11T18:19:58.007" v="22" actId="478"/>
          <ac:picMkLst>
            <pc:docMk/>
            <pc:sldMk cId="2677461368" sldId="258"/>
            <ac:picMk id="13" creationId="{BA404EB1-9C50-761D-2272-BFBAD13A65C2}"/>
          </ac:picMkLst>
        </pc:picChg>
      </pc:sldChg>
      <pc:sldChg chg="add del">
        <pc:chgData name="Meg Burkes" userId="1efcd6318e7a8f65" providerId="LiveId" clId="{E7E17433-E763-4AD4-A282-D109E123DA38}" dt="2025-03-11T18:24:27.431" v="63" actId="47"/>
        <pc:sldMkLst>
          <pc:docMk/>
          <pc:sldMk cId="2839309297" sldId="259"/>
        </pc:sldMkLst>
      </pc:sldChg>
      <pc:sldChg chg="addSp delSp modSp add mod">
        <pc:chgData name="Meg Burkes" userId="1efcd6318e7a8f65" providerId="LiveId" clId="{E7E17433-E763-4AD4-A282-D109E123DA38}" dt="2025-03-11T18:30:47.736" v="358" actId="20577"/>
        <pc:sldMkLst>
          <pc:docMk/>
          <pc:sldMk cId="1636063" sldId="260"/>
        </pc:sldMkLst>
        <pc:spChg chg="add mod">
          <ac:chgData name="Meg Burkes" userId="1efcd6318e7a8f65" providerId="LiveId" clId="{E7E17433-E763-4AD4-A282-D109E123DA38}" dt="2025-03-11T18:30:35.994" v="356" actId="20577"/>
          <ac:spMkLst>
            <pc:docMk/>
            <pc:sldMk cId="1636063" sldId="260"/>
            <ac:spMk id="2" creationId="{9F864A63-8179-7C68-8CA7-DC091BE3BBA9}"/>
          </ac:spMkLst>
        </pc:spChg>
        <pc:spChg chg="mod">
          <ac:chgData name="Meg Burkes" userId="1efcd6318e7a8f65" providerId="LiveId" clId="{E7E17433-E763-4AD4-A282-D109E123DA38}" dt="2025-03-11T18:30:47.736" v="358" actId="20577"/>
          <ac:spMkLst>
            <pc:docMk/>
            <pc:sldMk cId="1636063" sldId="260"/>
            <ac:spMk id="4" creationId="{8E4D32FD-65AE-590B-C42B-15B0E836B5F6}"/>
          </ac:spMkLst>
        </pc:spChg>
        <pc:spChg chg="mod">
          <ac:chgData name="Meg Burkes" userId="1efcd6318e7a8f65" providerId="LiveId" clId="{E7E17433-E763-4AD4-A282-D109E123DA38}" dt="2025-03-11T18:24:37.653" v="67" actId="20577"/>
          <ac:spMkLst>
            <pc:docMk/>
            <pc:sldMk cId="1636063" sldId="260"/>
            <ac:spMk id="5" creationId="{75479A8B-1BE3-06B7-796B-346D87AAF323}"/>
          </ac:spMkLst>
        </pc:spChg>
        <pc:picChg chg="mod">
          <ac:chgData name="Meg Burkes" userId="1efcd6318e7a8f65" providerId="LiveId" clId="{E7E17433-E763-4AD4-A282-D109E123DA38}" dt="2025-03-11T18:28:14.640" v="107" actId="1076"/>
          <ac:picMkLst>
            <pc:docMk/>
            <pc:sldMk cId="1636063" sldId="260"/>
            <ac:picMk id="6" creationId="{B3AEE66C-15C6-4386-A00F-69B94A62BE06}"/>
          </ac:picMkLst>
        </pc:picChg>
        <pc:picChg chg="del">
          <ac:chgData name="Meg Burkes" userId="1efcd6318e7a8f65" providerId="LiveId" clId="{E7E17433-E763-4AD4-A282-D109E123DA38}" dt="2025-03-11T18:24:56.962" v="90" actId="478"/>
          <ac:picMkLst>
            <pc:docMk/>
            <pc:sldMk cId="1636063" sldId="260"/>
            <ac:picMk id="11" creationId="{BBD9969E-8CED-8004-9640-23C410F5CE53}"/>
          </ac:picMkLst>
        </pc:picChg>
        <pc:picChg chg="del">
          <ac:chgData name="Meg Burkes" userId="1efcd6318e7a8f65" providerId="LiveId" clId="{E7E17433-E763-4AD4-A282-D109E123DA38}" dt="2025-03-11T18:24:58.621" v="91" actId="478"/>
          <ac:picMkLst>
            <pc:docMk/>
            <pc:sldMk cId="1636063" sldId="260"/>
            <ac:picMk id="12" creationId="{4FBDEB0A-237A-2778-D2F5-4801328F476A}"/>
          </ac:picMkLst>
        </pc:picChg>
        <pc:picChg chg="del">
          <ac:chgData name="Meg Burkes" userId="1efcd6318e7a8f65" providerId="LiveId" clId="{E7E17433-E763-4AD4-A282-D109E123DA38}" dt="2025-03-11T18:25:00.308" v="92" actId="478"/>
          <ac:picMkLst>
            <pc:docMk/>
            <pc:sldMk cId="1636063" sldId="260"/>
            <ac:picMk id="13" creationId="{F5FFA079-6DA0-E136-FA73-793AC97698C9}"/>
          </ac:picMkLst>
        </pc:picChg>
      </pc:sldChg>
      <pc:sldChg chg="addSp modSp add mod">
        <pc:chgData name="Meg Burkes" userId="1efcd6318e7a8f65" providerId="LiveId" clId="{E7E17433-E763-4AD4-A282-D109E123DA38}" dt="2025-03-11T18:34:38.883" v="877" actId="20577"/>
        <pc:sldMkLst>
          <pc:docMk/>
          <pc:sldMk cId="2221948593" sldId="261"/>
        </pc:sldMkLst>
        <pc:spChg chg="add mod">
          <ac:chgData name="Meg Burkes" userId="1efcd6318e7a8f65" providerId="LiveId" clId="{E7E17433-E763-4AD4-A282-D109E123DA38}" dt="2025-03-11T18:34:38.883" v="877" actId="20577"/>
          <ac:spMkLst>
            <pc:docMk/>
            <pc:sldMk cId="2221948593" sldId="261"/>
            <ac:spMk id="2" creationId="{4A18B1B1-4118-84C0-0931-F0EE12675915}"/>
          </ac:spMkLst>
        </pc:spChg>
        <pc:spChg chg="mod">
          <ac:chgData name="Meg Burkes" userId="1efcd6318e7a8f65" providerId="LiveId" clId="{E7E17433-E763-4AD4-A282-D109E123DA38}" dt="2025-03-11T18:31:13.403" v="420" actId="1076"/>
          <ac:spMkLst>
            <pc:docMk/>
            <pc:sldMk cId="2221948593" sldId="261"/>
            <ac:spMk id="4" creationId="{379F1836-C331-C696-FF03-813C0B01E492}"/>
          </ac:spMkLst>
        </pc:spChg>
      </pc:sldChg>
      <pc:sldChg chg="add">
        <pc:chgData name="Meg Burkes" userId="1efcd6318e7a8f65" providerId="LiveId" clId="{E7E17433-E763-4AD4-A282-D109E123DA38}" dt="2025-03-11T18:25:05.973" v="94" actId="2890"/>
        <pc:sldMkLst>
          <pc:docMk/>
          <pc:sldMk cId="284555985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1EE96-0817-4AB9-C6DB-5641FBD8E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B082E-9DB3-0D35-D3F3-7ABD90C066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1A7FD-D256-F038-1259-10B734EA6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3C1DB-DAE4-4497-9D73-A84B842EF85E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07537-A374-CC2D-220E-CA1FDBB66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16150-B1CD-7C3B-9F40-E86EFD902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A923-5B4C-46F1-9472-7E5DF8F4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4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931E-ECBE-B032-6254-0264CFD4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2862F-64B1-7CF9-7C39-2624EA724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2A37B-548A-2E0F-6A39-D6D517D95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3C1DB-DAE4-4497-9D73-A84B842EF85E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7DC5A-CE3A-EDB8-D505-0F3DDCBB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6A67F-1811-A0FF-2812-6B4BA8F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A923-5B4C-46F1-9472-7E5DF8F4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5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AC67-9241-1ADD-CA3C-CAED1E256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5FF13-F8A1-1A83-1F46-243C30DD6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0901D-4343-40D1-853E-CE44AE1B5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3C1DB-DAE4-4497-9D73-A84B842EF85E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2DE97-EC75-1257-DB48-4B0A70799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55745-3494-1C34-BB08-4C116A838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A923-5B4C-46F1-9472-7E5DF8F4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2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94173-4E00-7484-69B2-723122136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25FA2-7573-23C9-C578-FEEA389BB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1B6CB-4231-DB22-ECB4-6B4B16456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1646D-3352-3EAE-EB66-DEEB800E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3C1DB-DAE4-4497-9D73-A84B842EF85E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1EA41-9BBC-B7B9-37E1-C4D7EA9E7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AED23-B924-84C4-B9C1-0BAA9789F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A923-5B4C-46F1-9472-7E5DF8F4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0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E47A-2A26-9D43-377E-C29A48A6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5C1FB-EF35-81EC-BBCF-955F09F8E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2304D-EF46-54A1-CCC8-D704B744B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634E64-60C1-D7D3-AF08-C12AA4C5FC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BE5E6E-B3BF-11E4-23D2-D4817823F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3191ED-8278-8336-2693-FBEDABA9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3C1DB-DAE4-4497-9D73-A84B842EF85E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A63CE-4EF1-0CF5-9558-0A2B52CA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8CC2C2-0AA2-F2FE-E144-D9F0B16D6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A923-5B4C-46F1-9472-7E5DF8F4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7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853B-B44E-400E-878B-DB0C0F80F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139D9-26B3-5B4C-46E4-F3BE7E3A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3C1DB-DAE4-4497-9D73-A84B842EF85E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18D5D-D618-B757-214C-FE216DA13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E97B5-12FE-7D99-571E-CEC197828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A923-5B4C-46F1-9472-7E5DF8F4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73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04175F-BE61-BB20-10A2-72FBED170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3C1DB-DAE4-4497-9D73-A84B842EF85E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B77D77-60D8-0007-534B-2422D311B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2DA45-C76C-ACCF-1332-49B07AD1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A923-5B4C-46F1-9472-7E5DF8F4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20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43E99-2F9B-2730-1537-DBD2D1CAF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87808-3E9C-1383-F2ED-70FDB4A52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958B2-AB8F-7F75-574D-4CC78B332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ADF17-3DE2-D9CB-5820-8DA44D108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3C1DB-DAE4-4497-9D73-A84B842EF85E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B8F91-0679-A121-7BB6-300E59FB0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45F71-D3AF-9E25-9FD2-8E0DF103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A923-5B4C-46F1-9472-7E5DF8F4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10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1EA16-2322-479F-ECDA-60664F74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8AB5C0-A06F-3CBA-EE32-C9498EDCE3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2A34A-3719-9AC2-5F83-E3608CFCD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A0DC6-B98A-3AAB-E5F1-871B925D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3C1DB-DAE4-4497-9D73-A84B842EF85E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4B574-EF61-3E1F-A5EF-FBAF1B60A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E069A-AA78-82E0-5329-B3AED112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A923-5B4C-46F1-9472-7E5DF8F4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67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E046C-88F9-C1C6-AF27-0B916D7A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170137-0010-5376-161A-DF457C3A0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9AFB1-C9A8-CB8B-93D3-C8C834B9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3C1DB-DAE4-4497-9D73-A84B842EF85E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A112D-0593-BCDF-40CA-F23B7E17C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FB32C-4B56-8C60-A1E1-E6872051E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A923-5B4C-46F1-9472-7E5DF8F4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99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FEF4CA-004D-D9D5-6CA6-831FC1D51A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809AE-982A-B108-15CC-AE38A738A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972D3-CD75-66AC-CAF4-28300ABC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3C1DB-DAE4-4497-9D73-A84B842EF85E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68026-6339-B256-1C79-D12A99E5F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39BFE-8D59-96EF-1927-ABBBBB246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5A923-5B4C-46F1-9472-7E5DF8F4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011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01E2A6-D8B0-824E-4685-5257A100E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A3D3-73C3-6D96-01DC-D0FA34B1C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36AA5-7420-8ED1-693A-9CC34E885C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03C1DB-DAE4-4497-9D73-A84B842EF85E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DD704-B8B6-0569-3A8A-36A0103DF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95ED3-7D83-C148-5920-F0B8B9C3E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C5A923-5B4C-46F1-9472-7E5DF8F49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4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AB549D-5DF0-6062-0C5B-5E2051675A26}"/>
              </a:ext>
            </a:extLst>
          </p:cNvPr>
          <p:cNvSpPr txBox="1">
            <a:spLocks/>
          </p:cNvSpPr>
          <p:nvPr/>
        </p:nvSpPr>
        <p:spPr>
          <a:xfrm>
            <a:off x="-1135811" y="1445666"/>
            <a:ext cx="9144000" cy="9106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Solar-Powered Rover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A50B658-7230-2B43-B947-8004F8D535AA}"/>
              </a:ext>
            </a:extLst>
          </p:cNvPr>
          <p:cNvSpPr txBox="1">
            <a:spLocks/>
          </p:cNvSpPr>
          <p:nvPr/>
        </p:nvSpPr>
        <p:spPr>
          <a:xfrm>
            <a:off x="156275" y="2438902"/>
            <a:ext cx="6345732" cy="29044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By Team 66:</a:t>
            </a:r>
          </a:p>
          <a:p>
            <a:pPr algn="l"/>
            <a:r>
              <a:rPr lang="en-US"/>
              <a:t>William Mancuso (EE), Bowen Williamson (EE), Margaret Burkes (EE), Keldon Ngo (EE), Kenny Bui (EE)</a:t>
            </a:r>
          </a:p>
          <a:p>
            <a:pPr algn="l"/>
            <a:endParaRPr lang="en-US"/>
          </a:p>
          <a:p>
            <a:pPr algn="l"/>
            <a:r>
              <a:rPr lang="en-US"/>
              <a:t>Project Sponsor: Dr. </a:t>
            </a:r>
            <a:r>
              <a:rPr lang="en-US" err="1"/>
              <a:t>Xiangyu</a:t>
            </a:r>
            <a:r>
              <a:rPr lang="en-US"/>
              <a:t> Meng</a:t>
            </a:r>
          </a:p>
          <a:p>
            <a:pPr algn="l"/>
            <a:r>
              <a:rPr lang="en-US"/>
              <a:t>Faculty Advisor: Dr. Shahab </a:t>
            </a:r>
            <a:r>
              <a:rPr lang="en-US" err="1"/>
              <a:t>Mehraeen</a:t>
            </a:r>
            <a:endParaRPr lang="en-US"/>
          </a:p>
          <a:p>
            <a:pPr algn="l"/>
            <a:endParaRPr lang="en-US"/>
          </a:p>
        </p:txBody>
      </p:sp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AC5AD8F0-806D-3728-010F-4C6F221C5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0"/>
            <a:ext cx="12192000" cy="1432560"/>
          </a:xfrm>
          <a:prstGeom prst="rect">
            <a:avLst/>
          </a:prstGeom>
        </p:spPr>
      </p:pic>
      <p:pic>
        <p:nvPicPr>
          <p:cNvPr id="7" name="Picture 6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40EA3CC8-101D-679D-6204-42C8AD0D3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8" name="Picture 7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C1A9A49D-E7A6-EC1C-29E3-4257A7659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E6CE1B-33B7-7D19-98D0-1350E06A2EF4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3/12/2025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FFAC2-1551-A097-130F-5195CF6BB12E}"/>
              </a:ext>
            </a:extLst>
          </p:cNvPr>
          <p:cNvSpPr txBox="1"/>
          <p:nvPr/>
        </p:nvSpPr>
        <p:spPr>
          <a:xfrm>
            <a:off x="11778391" y="6380137"/>
            <a:ext cx="4952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#1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64F2EA-5B72-981D-D20F-8514DE0C5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70" y="2980864"/>
            <a:ext cx="3857625" cy="25812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6A325F-75B9-75E4-6DAA-DA0CEBE05A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1194" y="1471214"/>
            <a:ext cx="1392085" cy="14450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2195C4-40A5-1132-6E27-4A8E152D79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030" y="1636475"/>
            <a:ext cx="1485265" cy="12377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27192C-10B7-D760-3038-8D0C8A0DD949}"/>
              </a:ext>
            </a:extLst>
          </p:cNvPr>
          <p:cNvSpPr txBox="1"/>
          <p:nvPr/>
        </p:nvSpPr>
        <p:spPr>
          <a:xfrm>
            <a:off x="8864784" y="628951"/>
            <a:ext cx="3369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William Mancuso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William Mancuso</a:t>
            </a:r>
          </a:p>
        </p:txBody>
      </p:sp>
    </p:spTree>
    <p:extLst>
      <p:ext uri="{BB962C8B-B14F-4D97-AF65-F5344CB8AC3E}">
        <p14:creationId xmlns:p14="http://schemas.microsoft.com/office/powerpoint/2010/main" val="541408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4A85E-5089-2932-A7B4-1A4F0FAAC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E4D32FD-65AE-590B-C42B-15B0E836B5F6}"/>
              </a:ext>
            </a:extLst>
          </p:cNvPr>
          <p:cNvSpPr txBox="1">
            <a:spLocks/>
          </p:cNvSpPr>
          <p:nvPr/>
        </p:nvSpPr>
        <p:spPr>
          <a:xfrm>
            <a:off x="-1347537" y="844060"/>
            <a:ext cx="5117432" cy="9106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Problems: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5479A8B-1BE3-06B7-796B-346D87AAF323}"/>
              </a:ext>
            </a:extLst>
          </p:cNvPr>
          <p:cNvSpPr txBox="1">
            <a:spLocks/>
          </p:cNvSpPr>
          <p:nvPr/>
        </p:nvSpPr>
        <p:spPr>
          <a:xfrm>
            <a:off x="156275" y="2438902"/>
            <a:ext cx="6345732" cy="29044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B3AEE66C-15C6-4386-A00F-69B94A62B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0"/>
            <a:ext cx="12192000" cy="1432560"/>
          </a:xfrm>
          <a:prstGeom prst="rect">
            <a:avLst/>
          </a:prstGeom>
        </p:spPr>
      </p:pic>
      <p:pic>
        <p:nvPicPr>
          <p:cNvPr id="7" name="Picture 6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73D3F25F-A96C-34A9-E0C4-1CCF6E759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8" name="Picture 7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47AA43AF-B964-33A5-F01A-464BCB538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D5F283-9E3B-2BEB-BEAB-A2F684A1D0B2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3/12/2025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5543BE-5D85-B867-D4E2-2F814A24CF17}"/>
              </a:ext>
            </a:extLst>
          </p:cNvPr>
          <p:cNvSpPr txBox="1"/>
          <p:nvPr/>
        </p:nvSpPr>
        <p:spPr>
          <a:xfrm>
            <a:off x="11778391" y="6380137"/>
            <a:ext cx="4952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#1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D4CE2F-7EB1-CAD7-E7B3-3842F5C506D3}"/>
              </a:ext>
            </a:extLst>
          </p:cNvPr>
          <p:cNvSpPr txBox="1"/>
          <p:nvPr/>
        </p:nvSpPr>
        <p:spPr>
          <a:xfrm>
            <a:off x="8864784" y="628951"/>
            <a:ext cx="3369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William Mancuso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William Mancuso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864A63-8179-7C68-8CA7-DC091BE3BBA9}"/>
              </a:ext>
            </a:extLst>
          </p:cNvPr>
          <p:cNvSpPr txBox="1"/>
          <p:nvPr/>
        </p:nvSpPr>
        <p:spPr>
          <a:xfrm>
            <a:off x="533400" y="2133600"/>
            <a:ext cx="990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Kenny, please describe the issue you are having with the activation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pyranometer/camera mount was mis-sized after 3D printing.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Bowen, Will, and Keldon, please mention any other issues you have run into</a:t>
            </a:r>
          </a:p>
        </p:txBody>
      </p:sp>
    </p:spTree>
    <p:extLst>
      <p:ext uri="{BB962C8B-B14F-4D97-AF65-F5344CB8AC3E}">
        <p14:creationId xmlns:p14="http://schemas.microsoft.com/office/powerpoint/2010/main" val="1636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2D144-B5DD-CEC7-0DF8-55CC3BA20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9F1836-C331-C696-FF03-813C0B01E492}"/>
              </a:ext>
            </a:extLst>
          </p:cNvPr>
          <p:cNvSpPr txBox="1">
            <a:spLocks/>
          </p:cNvSpPr>
          <p:nvPr/>
        </p:nvSpPr>
        <p:spPr>
          <a:xfrm>
            <a:off x="-694582" y="952116"/>
            <a:ext cx="9144000" cy="9106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Problem #1: Pyranometer/Camera Mount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0E4AC67-5E38-BB46-28F7-FDC8C6C214E1}"/>
              </a:ext>
            </a:extLst>
          </p:cNvPr>
          <p:cNvSpPr txBox="1">
            <a:spLocks/>
          </p:cNvSpPr>
          <p:nvPr/>
        </p:nvSpPr>
        <p:spPr>
          <a:xfrm>
            <a:off x="156275" y="2438902"/>
            <a:ext cx="6345732" cy="29044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A761A09E-FA50-AADB-3143-21BD774D0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0"/>
            <a:ext cx="12192000" cy="1432560"/>
          </a:xfrm>
          <a:prstGeom prst="rect">
            <a:avLst/>
          </a:prstGeom>
        </p:spPr>
      </p:pic>
      <p:pic>
        <p:nvPicPr>
          <p:cNvPr id="7" name="Picture 6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57C92FC8-D1DA-A70E-5F65-7C8B812F2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8" name="Picture 7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42D36C25-730E-D528-9A3E-B92295C73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6214C9-097F-543E-1A0F-AEA7AE9120DD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3/12/2025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9EED5-C4A7-EB7B-DB1A-230EB2792EFC}"/>
              </a:ext>
            </a:extLst>
          </p:cNvPr>
          <p:cNvSpPr txBox="1"/>
          <p:nvPr/>
        </p:nvSpPr>
        <p:spPr>
          <a:xfrm>
            <a:off x="11778391" y="6380137"/>
            <a:ext cx="4952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#1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CC5AA4-30FD-43B2-9CF2-A6959EF7FE8D}"/>
              </a:ext>
            </a:extLst>
          </p:cNvPr>
          <p:cNvSpPr txBox="1"/>
          <p:nvPr/>
        </p:nvSpPr>
        <p:spPr>
          <a:xfrm>
            <a:off x="8864784" y="628951"/>
            <a:ext cx="3369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William Mancuso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William Mancuso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18B1B1-4118-84C0-0931-F0EE12675915}"/>
              </a:ext>
            </a:extLst>
          </p:cNvPr>
          <p:cNvSpPr txBox="1"/>
          <p:nvPr/>
        </p:nvSpPr>
        <p:spPr>
          <a:xfrm>
            <a:off x="449179" y="2165684"/>
            <a:ext cx="841560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Issues:</a:t>
            </a:r>
          </a:p>
          <a:p>
            <a:pPr marL="285750" indent="-285750">
              <a:buFontTx/>
              <a:buChar char="-"/>
            </a:pPr>
            <a:r>
              <a:rPr lang="en-US"/>
              <a:t>The pyranometer slot is not wide enough</a:t>
            </a:r>
          </a:p>
          <a:p>
            <a:pPr marL="285750" indent="-285750">
              <a:buFontTx/>
              <a:buChar char="-"/>
            </a:pPr>
            <a:r>
              <a:rPr lang="en-US"/>
              <a:t>The pyranometer screw hole is too small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Gathering data:</a:t>
            </a:r>
          </a:p>
          <a:p>
            <a:pPr marL="285750" indent="-285750">
              <a:buFontTx/>
              <a:buChar char="-"/>
            </a:pPr>
            <a:r>
              <a:rPr lang="en-US"/>
              <a:t>Remeasuring the screw with a caliper</a:t>
            </a:r>
          </a:p>
          <a:p>
            <a:pPr marL="285750" indent="-285750">
              <a:buFontTx/>
              <a:buChar char="-"/>
            </a:pPr>
            <a:r>
              <a:rPr lang="en-US"/>
              <a:t>Checking the Fusion360 model for how the extrusion for the slot was made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Possible Causes:</a:t>
            </a:r>
          </a:p>
          <a:p>
            <a:pPr marL="285750" indent="-285750">
              <a:buFontTx/>
              <a:buChar char="-"/>
            </a:pPr>
            <a:r>
              <a:rPr lang="en-US"/>
              <a:t>I based my measurement on what the manufacturer had said online</a:t>
            </a:r>
          </a:p>
          <a:p>
            <a:pPr marL="285750" indent="-285750">
              <a:buFontTx/>
              <a:buChar char="-"/>
            </a:pPr>
            <a:r>
              <a:rPr lang="en-US"/>
              <a:t>I extruded the slot in the wrong direction</a:t>
            </a:r>
          </a:p>
        </p:txBody>
      </p:sp>
    </p:spTree>
    <p:extLst>
      <p:ext uri="{BB962C8B-B14F-4D97-AF65-F5344CB8AC3E}">
        <p14:creationId xmlns:p14="http://schemas.microsoft.com/office/powerpoint/2010/main" val="2221948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60FBF-F6A2-4D06-7627-A92A01EAD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EAAE93B-7B99-798F-6F94-58BD89BF65B1}"/>
              </a:ext>
            </a:extLst>
          </p:cNvPr>
          <p:cNvSpPr txBox="1">
            <a:spLocks/>
          </p:cNvSpPr>
          <p:nvPr/>
        </p:nvSpPr>
        <p:spPr>
          <a:xfrm>
            <a:off x="-1097993" y="952116"/>
            <a:ext cx="9547411" cy="9106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Problem #2: Motor Controller Activation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264E053-AF6C-ACC8-0D57-F0FDD895F5CF}"/>
              </a:ext>
            </a:extLst>
          </p:cNvPr>
          <p:cNvSpPr txBox="1">
            <a:spLocks/>
          </p:cNvSpPr>
          <p:nvPr/>
        </p:nvSpPr>
        <p:spPr>
          <a:xfrm>
            <a:off x="156275" y="2438902"/>
            <a:ext cx="6345732" cy="29044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DE333B42-AEEB-951D-D8E0-0C1BC7F72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0"/>
            <a:ext cx="12192000" cy="1432560"/>
          </a:xfrm>
          <a:prstGeom prst="rect">
            <a:avLst/>
          </a:prstGeom>
        </p:spPr>
      </p:pic>
      <p:pic>
        <p:nvPicPr>
          <p:cNvPr id="7" name="Picture 6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BE264893-9F77-8E4A-C3DF-19B156F61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8" name="Picture 7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CA9BE8CA-8D52-AE7A-F0CD-8ACC12497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E462B9-7D6B-AEDF-9A87-4A1048C5CFB7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3/12/2025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843D9A-FCB6-5BDC-0593-0ADAC451B4AE}"/>
              </a:ext>
            </a:extLst>
          </p:cNvPr>
          <p:cNvSpPr txBox="1"/>
          <p:nvPr/>
        </p:nvSpPr>
        <p:spPr>
          <a:xfrm>
            <a:off x="11778391" y="6380137"/>
            <a:ext cx="4952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#1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E50B38-2734-2B47-AD87-0ACE2AAA0073}"/>
              </a:ext>
            </a:extLst>
          </p:cNvPr>
          <p:cNvSpPr txBox="1"/>
          <p:nvPr/>
        </p:nvSpPr>
        <p:spPr>
          <a:xfrm>
            <a:off x="8864784" y="628951"/>
            <a:ext cx="3369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William Mancuso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William Mancuso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037EC0-5445-78E4-F8C8-AE150F6E3F9B}"/>
              </a:ext>
            </a:extLst>
          </p:cNvPr>
          <p:cNvSpPr txBox="1"/>
          <p:nvPr/>
        </p:nvSpPr>
        <p:spPr>
          <a:xfrm>
            <a:off x="449179" y="2165684"/>
            <a:ext cx="8415605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Issues: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motor controller takes time to turn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Gathering data: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electronics must be turned on before the entire rover receives power, based on the instructions </a:t>
            </a:r>
          </a:p>
          <a:p>
            <a:pPr marL="285750" indent="-285750">
              <a:buFontTx/>
              <a:buChar char="-"/>
            </a:pPr>
            <a:r>
              <a:rPr lang="en-US" dirty="0"/>
              <a:t>More specifically, the Arduino needs to power on before turning on the power to the motors. 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Possible Causes: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Arduino controlling it needs time to start up and get the code running. </a:t>
            </a:r>
          </a:p>
          <a:p>
            <a:pPr marL="285750" indent="-285750">
              <a:buChar char="-"/>
            </a:pPr>
            <a:r>
              <a:rPr lang="en-US" dirty="0"/>
              <a:t>The instructions need to be more clear, with warnings and explanations of why the steps are what they are, and specific details of what each step is requiring and doing.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476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22260-5627-F0B8-55C1-0EEAC2279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D43F07E-B41B-9014-EC1B-7F9B3509C0D2}"/>
              </a:ext>
            </a:extLst>
          </p:cNvPr>
          <p:cNvSpPr txBox="1">
            <a:spLocks/>
          </p:cNvSpPr>
          <p:nvPr/>
        </p:nvSpPr>
        <p:spPr>
          <a:xfrm>
            <a:off x="-2379003" y="844060"/>
            <a:ext cx="9144000" cy="9106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Root Cause Analysis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C892379-668C-5A0C-2789-5CBCF468EE4C}"/>
              </a:ext>
            </a:extLst>
          </p:cNvPr>
          <p:cNvSpPr txBox="1">
            <a:spLocks/>
          </p:cNvSpPr>
          <p:nvPr/>
        </p:nvSpPr>
        <p:spPr>
          <a:xfrm>
            <a:off x="156275" y="2438902"/>
            <a:ext cx="6345732" cy="29044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pic>
        <p:nvPicPr>
          <p:cNvPr id="6" name="Picture 5" descr="A blue and black stripe&#10;&#10;Description automatically generated">
            <a:extLst>
              <a:ext uri="{FF2B5EF4-FFF2-40B4-BE49-F238E27FC236}">
                <a16:creationId xmlns:a16="http://schemas.microsoft.com/office/drawing/2014/main" id="{AB8FCA77-C91B-1822-0BEC-63B478A5F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0"/>
            <a:ext cx="12192000" cy="1432560"/>
          </a:xfrm>
          <a:prstGeom prst="rect">
            <a:avLst/>
          </a:prstGeom>
        </p:spPr>
      </p:pic>
      <p:pic>
        <p:nvPicPr>
          <p:cNvPr id="7" name="Picture 6" descr="Yellow text on a black background&#10;&#10;Description automatically generated">
            <a:extLst>
              <a:ext uri="{FF2B5EF4-FFF2-40B4-BE49-F238E27FC236}">
                <a16:creationId xmlns:a16="http://schemas.microsoft.com/office/drawing/2014/main" id="{F49DD850-4DE4-AC31-432C-6EC67F632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81" y="6290"/>
            <a:ext cx="6657616" cy="677534"/>
          </a:xfrm>
          <a:prstGeom prst="rect">
            <a:avLst/>
          </a:prstGeom>
        </p:spPr>
      </p:pic>
      <p:pic>
        <p:nvPicPr>
          <p:cNvPr id="8" name="Picture 7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F8EB95F5-7C2C-E78C-1F41-E85CB34CA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60493"/>
            <a:ext cx="12192000" cy="6055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25287E-FC6F-5C65-A307-FF567135D372}"/>
              </a:ext>
            </a:extLst>
          </p:cNvPr>
          <p:cNvSpPr txBox="1"/>
          <p:nvPr/>
        </p:nvSpPr>
        <p:spPr>
          <a:xfrm>
            <a:off x="153266" y="63798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3/12/2025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1A6DF2-8A66-30CB-5E57-CC873F704C41}"/>
              </a:ext>
            </a:extLst>
          </p:cNvPr>
          <p:cNvSpPr txBox="1"/>
          <p:nvPr/>
        </p:nvSpPr>
        <p:spPr>
          <a:xfrm>
            <a:off x="11778391" y="6380137"/>
            <a:ext cx="4952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#1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1B8248-9C1C-1EC0-BFCB-908BB7A42F06}"/>
              </a:ext>
            </a:extLst>
          </p:cNvPr>
          <p:cNvSpPr txBox="1"/>
          <p:nvPr/>
        </p:nvSpPr>
        <p:spPr>
          <a:xfrm>
            <a:off x="8864784" y="628951"/>
            <a:ext cx="3369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Prepared by: William Mancuso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Presented by: William Mancuso</a:t>
            </a:r>
          </a:p>
        </p:txBody>
      </p:sp>
    </p:spTree>
    <p:extLst>
      <p:ext uri="{BB962C8B-B14F-4D97-AF65-F5344CB8AC3E}">
        <p14:creationId xmlns:p14="http://schemas.microsoft.com/office/powerpoint/2010/main" val="284555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EBB7F-849E-6FAF-7B66-EEE0BE784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38D46-1B97-7E17-9125-38805023C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>
              <a:lnSpc>
                <a:spcPts val="1552"/>
              </a:lnSpc>
              <a:buNone/>
            </a:pP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This is an informal presentation where groups present the most critical RCA for their product.  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552"/>
              </a:lnSpc>
              <a:buNone/>
            </a:pP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552"/>
              </a:lnSpc>
              <a:buNone/>
            </a:pP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Each team will submit a one slide pdf of either a Fault Tree Analysis or a FMEA.  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552"/>
              </a:lnSpc>
              <a:buNone/>
            </a:pP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552"/>
              </a:lnSpc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pdf is due by </a:t>
            </a:r>
            <a:r>
              <a:rPr lang="en-US" sz="1800" b="0" i="0" u="none" strike="noStrike">
                <a:solidFill>
                  <a:srgbClr val="FA0000"/>
                </a:solidFill>
                <a:effectLst/>
                <a:latin typeface="Calibri" panose="020F0502020204030204" pitchFamily="34" charset="0"/>
              </a:rPr>
              <a:t>1200 on TBA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The file will be submitted directly to TBA. 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552"/>
              </a:lnSpc>
              <a:buNone/>
            </a:pP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552"/>
              </a:lnSpc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file with the slide must be a pdf and named “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Project</a:t>
            </a:r>
            <a:r>
              <a:rPr lang="en-US" sz="1800" b="1" i="0" u="none" strike="noStrike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X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_RCS.pdf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” filling in the appropriate group number. For example, for the submission of group 20 the name of the file should be “Project</a:t>
            </a:r>
            <a:r>
              <a:rPr lang="en-US" sz="1800" b="0" i="0" u="none" strike="noStrike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20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_RCS.pdf”.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 Burkes</dc:creator>
  <cp:revision>112</cp:revision>
  <dcterms:created xsi:type="dcterms:W3CDTF">2025-03-11T18:16:07Z</dcterms:created>
  <dcterms:modified xsi:type="dcterms:W3CDTF">2025-03-12T14:48:54Z</dcterms:modified>
</cp:coreProperties>
</file>