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7_E4D7F9C5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1C_2AD9EAD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71" r:id="rId3"/>
    <p:sldId id="279" r:id="rId4"/>
    <p:sldId id="280" r:id="rId5"/>
    <p:sldId id="287" r:id="rId6"/>
    <p:sldId id="281" r:id="rId7"/>
    <p:sldId id="283" r:id="rId8"/>
    <p:sldId id="272" r:id="rId9"/>
    <p:sldId id="273" r:id="rId10"/>
    <p:sldId id="274" r:id="rId11"/>
    <p:sldId id="285" r:id="rId12"/>
    <p:sldId id="282" r:id="rId13"/>
    <p:sldId id="286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ACF89-7904-F26C-8F30-7A799A11B45A}" v="649" dt="2025-02-12T03:42:14.180"/>
    <p1510:client id="{544F5BF4-D985-F0DE-0C17-C366489DD062}" v="71" dt="2025-02-12T04:14:39.061"/>
    <p1510:client id="{653C6D9B-BB0B-001A-C028-3B0D8310F652}" v="19" dt="2025-02-12T03:52:54.800"/>
    <p1510:client id="{8069CB34-6BC9-6CFE-E5AE-C9F2DBDD15AD}" v="118" dt="2025-02-12T03:58:55.283"/>
    <p1510:client id="{8E2CD785-CD6A-DF78-5709-AA6AAA065870}" v="79" dt="2025-02-12T03:36:23.134"/>
    <p1510:client id="{955EFDF4-A1F1-FDBE-5B4E-73A7FA5EF9E5}" v="74" dt="2025-02-12T03:58:10.560"/>
    <p1510:client id="{EB53E739-AD4D-4C5D-BF95-C80C9B77606B}" v="1539" dt="2025-02-12T04:07:49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3ADB49C-04F6-42F0-5F43-8EF84E868672}"/>
    <pc:docChg chg="addSld delSld modSld">
      <pc:chgData name="Guest User" userId="" providerId="Windows Live" clId="Web-{F3ADB49C-04F6-42F0-5F43-8EF84E868672}" dt="2025-02-06T17:48:25.485" v="430" actId="20577"/>
      <pc:docMkLst>
        <pc:docMk/>
      </pc:docMkLst>
      <pc:sldChg chg="modSp">
        <pc:chgData name="Guest User" userId="" providerId="Windows Live" clId="Web-{F3ADB49C-04F6-42F0-5F43-8EF84E868672}" dt="2025-02-06T17:26:09.143" v="232" actId="20577"/>
        <pc:sldMkLst>
          <pc:docMk/>
          <pc:sldMk cId="2517689335" sldId="283"/>
        </pc:sldMkLst>
        <pc:spChg chg="mod">
          <ac:chgData name="Guest User" userId="" providerId="Windows Live" clId="Web-{F3ADB49C-04F6-42F0-5F43-8EF84E868672}" dt="2025-02-06T17:26:09.143" v="232" actId="20577"/>
          <ac:spMkLst>
            <pc:docMk/>
            <pc:sldMk cId="2517689335" sldId="283"/>
            <ac:spMk id="3" creationId="{8F10A3E1-E018-53EE-0C03-231F3F6BF135}"/>
          </ac:spMkLst>
        </pc:spChg>
      </pc:sldChg>
      <pc:sldChg chg="modSp add del">
        <pc:chgData name="Guest User" userId="" providerId="Windows Live" clId="Web-{F3ADB49C-04F6-42F0-5F43-8EF84E868672}" dt="2025-02-06T17:48:25.485" v="430" actId="20577"/>
        <pc:sldMkLst>
          <pc:docMk/>
          <pc:sldMk cId="4166543412" sldId="285"/>
        </pc:sldMkLst>
        <pc:spChg chg="mod">
          <ac:chgData name="Guest User" userId="" providerId="Windows Live" clId="Web-{F3ADB49C-04F6-42F0-5F43-8EF84E868672}" dt="2025-02-06T17:48:25.485" v="430" actId="20577"/>
          <ac:spMkLst>
            <pc:docMk/>
            <pc:sldMk cId="4166543412" sldId="285"/>
            <ac:spMk id="3" creationId="{AB0A6538-E137-ABB5-D0C5-458F6DAFC4BC}"/>
          </ac:spMkLst>
        </pc:spChg>
      </pc:sldChg>
    </pc:docChg>
  </pc:docChgLst>
  <pc:docChgLst>
    <pc:chgData name="Guest User" providerId="Windows Live" clId="Web-{8E2CD785-CD6A-DF78-5709-AA6AAA065870}"/>
    <pc:docChg chg="modSld">
      <pc:chgData name="Guest User" userId="" providerId="Windows Live" clId="Web-{8E2CD785-CD6A-DF78-5709-AA6AAA065870}" dt="2025-02-12T03:36:21.463" v="61" actId="20577"/>
      <pc:docMkLst>
        <pc:docMk/>
      </pc:docMkLst>
      <pc:sldChg chg="modSp">
        <pc:chgData name="Guest User" userId="" providerId="Windows Live" clId="Web-{8E2CD785-CD6A-DF78-5709-AA6AAA065870}" dt="2025-02-12T03:35:47.024" v="55" actId="20577"/>
        <pc:sldMkLst>
          <pc:docMk/>
          <pc:sldMk cId="576053034" sldId="272"/>
        </pc:sldMkLst>
        <pc:spChg chg="mod">
          <ac:chgData name="Guest User" userId="" providerId="Windows Live" clId="Web-{8E2CD785-CD6A-DF78-5709-AA6AAA065870}" dt="2025-02-12T03:13:48.424" v="51" actId="20577"/>
          <ac:spMkLst>
            <pc:docMk/>
            <pc:sldMk cId="576053034" sldId="272"/>
            <ac:spMk id="3" creationId="{66110D45-AB0D-7792-7E20-5BD9B2C53C71}"/>
          </ac:spMkLst>
        </pc:spChg>
        <pc:spChg chg="mod">
          <ac:chgData name="Guest User" userId="" providerId="Windows Live" clId="Web-{8E2CD785-CD6A-DF78-5709-AA6AAA065870}" dt="2025-02-12T03:35:47.024" v="55" actId="20577"/>
          <ac:spMkLst>
            <pc:docMk/>
            <pc:sldMk cId="576053034" sldId="272"/>
            <ac:spMk id="18" creationId="{721A08FF-6803-CF25-D906-63A42FA376E3}"/>
          </ac:spMkLst>
        </pc:spChg>
      </pc:sldChg>
      <pc:sldChg chg="modSp">
        <pc:chgData name="Guest User" userId="" providerId="Windows Live" clId="Web-{8E2CD785-CD6A-DF78-5709-AA6AAA065870}" dt="2025-02-12T03:35:40.086" v="53" actId="20577"/>
        <pc:sldMkLst>
          <pc:docMk/>
          <pc:sldMk cId="2673860648" sldId="273"/>
        </pc:sldMkLst>
        <pc:spChg chg="mod">
          <ac:chgData name="Guest User" userId="" providerId="Windows Live" clId="Web-{8E2CD785-CD6A-DF78-5709-AA6AAA065870}" dt="2025-02-12T03:35:40.086" v="53" actId="20577"/>
          <ac:spMkLst>
            <pc:docMk/>
            <pc:sldMk cId="2673860648" sldId="273"/>
            <ac:spMk id="18" creationId="{721A08FF-6803-CF25-D906-63A42FA376E3}"/>
          </ac:spMkLst>
        </pc:spChg>
      </pc:sldChg>
      <pc:sldChg chg="modSp">
        <pc:chgData name="Guest User" userId="" providerId="Windows Live" clId="Web-{8E2CD785-CD6A-DF78-5709-AA6AAA065870}" dt="2025-02-12T03:36:21.463" v="61" actId="20577"/>
        <pc:sldMkLst>
          <pc:docMk/>
          <pc:sldMk cId="1745518777" sldId="274"/>
        </pc:sldMkLst>
        <pc:spChg chg="mod">
          <ac:chgData name="Guest User" userId="" providerId="Windows Live" clId="Web-{8E2CD785-CD6A-DF78-5709-AA6AAA065870}" dt="2025-02-12T03:36:21.463" v="61" actId="20577"/>
          <ac:spMkLst>
            <pc:docMk/>
            <pc:sldMk cId="1745518777" sldId="274"/>
            <ac:spMk id="18" creationId="{721A08FF-6803-CF25-D906-63A42FA376E3}"/>
          </ac:spMkLst>
        </pc:spChg>
      </pc:sldChg>
      <pc:sldChg chg="modSp">
        <pc:chgData name="Guest User" userId="" providerId="Windows Live" clId="Web-{8E2CD785-CD6A-DF78-5709-AA6AAA065870}" dt="2025-02-12T03:35:57.962" v="59" actId="20577"/>
        <pc:sldMkLst>
          <pc:docMk/>
          <pc:sldMk cId="2517689335" sldId="283"/>
        </pc:sldMkLst>
        <pc:spChg chg="mod">
          <ac:chgData name="Guest User" userId="" providerId="Windows Live" clId="Web-{8E2CD785-CD6A-DF78-5709-AA6AAA065870}" dt="2025-02-12T03:35:57.962" v="59" actId="20577"/>
          <ac:spMkLst>
            <pc:docMk/>
            <pc:sldMk cId="2517689335" sldId="283"/>
            <ac:spMk id="18" creationId="{42BAC894-8B05-F412-43EC-8BF05FB0B796}"/>
          </ac:spMkLst>
        </pc:spChg>
      </pc:sldChg>
    </pc:docChg>
  </pc:docChgLst>
  <pc:docChgLst>
    <pc:chgData name="Guest User" providerId="Windows Live" clId="Web-{C1A9CEDD-5B6C-55B3-4A60-E099E131CAD0}"/>
    <pc:docChg chg="modSld">
      <pc:chgData name="Guest User" userId="" providerId="Windows Live" clId="Web-{C1A9CEDD-5B6C-55B3-4A60-E099E131CAD0}" dt="2025-02-06T17:05:58.125" v="209" actId="20577"/>
      <pc:docMkLst>
        <pc:docMk/>
      </pc:docMkLst>
      <pc:sldChg chg="modSp">
        <pc:chgData name="Guest User" userId="" providerId="Windows Live" clId="Web-{C1A9CEDD-5B6C-55B3-4A60-E099E131CAD0}" dt="2025-02-06T17:05:58.125" v="209" actId="20577"/>
        <pc:sldMkLst>
          <pc:docMk/>
          <pc:sldMk cId="3839359429" sldId="279"/>
        </pc:sldMkLst>
        <pc:spChg chg="mod">
          <ac:chgData name="Guest User" userId="" providerId="Windows Live" clId="Web-{C1A9CEDD-5B6C-55B3-4A60-E099E131CAD0}" dt="2025-02-06T17:05:58.125" v="209" actId="20577"/>
          <ac:spMkLst>
            <pc:docMk/>
            <pc:sldMk cId="3839359429" sldId="279"/>
            <ac:spMk id="3" creationId="{47705290-B4BD-7409-27C2-F441DA23D1CE}"/>
          </ac:spMkLst>
        </pc:spChg>
      </pc:sldChg>
      <pc:sldChg chg="modSp">
        <pc:chgData name="Guest User" userId="" providerId="Windows Live" clId="Web-{C1A9CEDD-5B6C-55B3-4A60-E099E131CAD0}" dt="2025-02-06T16:51:13.194" v="66" actId="20577"/>
        <pc:sldMkLst>
          <pc:docMk/>
          <pc:sldMk cId="1795258629" sldId="280"/>
        </pc:sldMkLst>
        <pc:spChg chg="mod">
          <ac:chgData name="Guest User" userId="" providerId="Windows Live" clId="Web-{C1A9CEDD-5B6C-55B3-4A60-E099E131CAD0}" dt="2025-02-06T16:51:13.194" v="66" actId="20577"/>
          <ac:spMkLst>
            <pc:docMk/>
            <pc:sldMk cId="1795258629" sldId="280"/>
            <ac:spMk id="3" creationId="{F178DB29-E44B-720D-D277-A4AA88DBAE37}"/>
          </ac:spMkLst>
        </pc:spChg>
      </pc:sldChg>
    </pc:docChg>
  </pc:docChgLst>
  <pc:docChgLst>
    <pc:chgData name="Guest User" providerId="Windows Live" clId="Web-{5597344D-17DF-9625-DEA0-67A24D2A25FD}"/>
    <pc:docChg chg="mod modSld">
      <pc:chgData name="Guest User" userId="" providerId="Windows Live" clId="Web-{5597344D-17DF-9625-DEA0-67A24D2A25FD}" dt="2025-02-09T22:05:20.423" v="164" actId="1076"/>
      <pc:docMkLst>
        <pc:docMk/>
      </pc:docMkLst>
      <pc:sldChg chg="addSp modSp">
        <pc:chgData name="Guest User" userId="" providerId="Windows Live" clId="Web-{5597344D-17DF-9625-DEA0-67A24D2A25FD}" dt="2025-02-09T22:05:20.423" v="164" actId="1076"/>
        <pc:sldMkLst>
          <pc:docMk/>
          <pc:sldMk cId="3839359429" sldId="279"/>
        </pc:sldMkLst>
        <pc:spChg chg="mod">
          <ac:chgData name="Guest User" userId="" providerId="Windows Live" clId="Web-{5597344D-17DF-9625-DEA0-67A24D2A25FD}" dt="2025-02-09T22:04:39.890" v="162" actId="1076"/>
          <ac:spMkLst>
            <pc:docMk/>
            <pc:sldMk cId="3839359429" sldId="279"/>
            <ac:spMk id="2" creationId="{86058DF9-B0AE-3792-01B3-73565774119C}"/>
          </ac:spMkLst>
        </pc:spChg>
        <pc:spChg chg="mod">
          <ac:chgData name="Guest User" userId="" providerId="Windows Live" clId="Web-{5597344D-17DF-9625-DEA0-67A24D2A25FD}" dt="2025-02-09T22:05:20.423" v="164" actId="1076"/>
          <ac:spMkLst>
            <pc:docMk/>
            <pc:sldMk cId="3839359429" sldId="279"/>
            <ac:spMk id="3" creationId="{47705290-B4BD-7409-27C2-F441DA23D1CE}"/>
          </ac:spMkLst>
        </pc:spChg>
        <pc:picChg chg="add mod">
          <ac:chgData name="Guest User" userId="" providerId="Windows Live" clId="Web-{5597344D-17DF-9625-DEA0-67A24D2A25FD}" dt="2025-02-09T21:05:21.184" v="23" actId="14100"/>
          <ac:picMkLst>
            <pc:docMk/>
            <pc:sldMk cId="3839359429" sldId="279"/>
            <ac:picMk id="4" creationId="{4E493788-61EF-DF9B-FACA-E669062AB514}"/>
          </ac:picMkLst>
        </pc:picChg>
      </pc:sldChg>
      <pc:sldChg chg="addSp delSp modSp">
        <pc:chgData name="Guest User" userId="" providerId="Windows Live" clId="Web-{5597344D-17DF-9625-DEA0-67A24D2A25FD}" dt="2025-02-09T21:53:22.289" v="72" actId="20577"/>
        <pc:sldMkLst>
          <pc:docMk/>
          <pc:sldMk cId="718924502" sldId="284"/>
        </pc:sldMkLst>
        <pc:spChg chg="add mod">
          <ac:chgData name="Guest User" userId="" providerId="Windows Live" clId="Web-{5597344D-17DF-9625-DEA0-67A24D2A25FD}" dt="2025-02-09T21:53:22.289" v="72" actId="20577"/>
          <ac:spMkLst>
            <pc:docMk/>
            <pc:sldMk cId="718924502" sldId="284"/>
            <ac:spMk id="5" creationId="{EFBA4DFA-AB5E-0857-6148-460E8CABF415}"/>
          </ac:spMkLst>
        </pc:spChg>
        <pc:picChg chg="add mod modCrop">
          <ac:chgData name="Guest User" userId="" providerId="Windows Live" clId="Web-{5597344D-17DF-9625-DEA0-67A24D2A25FD}" dt="2025-02-09T21:47:52.766" v="42"/>
          <ac:picMkLst>
            <pc:docMk/>
            <pc:sldMk cId="718924502" sldId="284"/>
            <ac:picMk id="3" creationId="{D649D138-9E1A-A8FD-2FD5-860DE373A9E5}"/>
          </ac:picMkLst>
        </pc:picChg>
      </pc:sldChg>
    </pc:docChg>
  </pc:docChgLst>
  <pc:docChgLst>
    <pc:chgData name="William Mancuso" userId="6e5dd2317853d045" providerId="Windows Live" clId="Web-{CCB79814-B0DB-7A50-BDE9-B55204A22B09}"/>
    <pc:docChg chg="modSld">
      <pc:chgData name="William Mancuso" userId="6e5dd2317853d045" providerId="Windows Live" clId="Web-{CCB79814-B0DB-7A50-BDE9-B55204A22B09}" dt="2025-02-11T03:58:01.350" v="131" actId="20577"/>
      <pc:docMkLst>
        <pc:docMk/>
      </pc:docMkLst>
      <pc:sldChg chg="addSp modSp">
        <pc:chgData name="William Mancuso" userId="6e5dd2317853d045" providerId="Windows Live" clId="Web-{CCB79814-B0DB-7A50-BDE9-B55204A22B09}" dt="2025-02-11T03:51:24.666" v="53" actId="20577"/>
        <pc:sldMkLst>
          <pc:docMk/>
          <pc:sldMk cId="2517689335" sldId="283"/>
        </pc:sldMkLst>
        <pc:spChg chg="mod">
          <ac:chgData name="William Mancuso" userId="6e5dd2317853d045" providerId="Windows Live" clId="Web-{CCB79814-B0DB-7A50-BDE9-B55204A22B09}" dt="2025-02-11T03:51:24.666" v="53" actId="20577"/>
          <ac:spMkLst>
            <pc:docMk/>
            <pc:sldMk cId="2517689335" sldId="283"/>
            <ac:spMk id="3" creationId="{8F10A3E1-E018-53EE-0C03-231F3F6BF135}"/>
          </ac:spMkLst>
        </pc:spChg>
        <pc:picChg chg="add mod">
          <ac:chgData name="William Mancuso" userId="6e5dd2317853d045" providerId="Windows Live" clId="Web-{CCB79814-B0DB-7A50-BDE9-B55204A22B09}" dt="2025-02-11T03:50:38.024" v="22" actId="1076"/>
          <ac:picMkLst>
            <pc:docMk/>
            <pc:sldMk cId="2517689335" sldId="283"/>
            <ac:picMk id="4" creationId="{9520DA54-A40E-0DA1-997C-801929581CA5}"/>
          </ac:picMkLst>
        </pc:picChg>
      </pc:sldChg>
      <pc:sldChg chg="modSp">
        <pc:chgData name="William Mancuso" userId="6e5dd2317853d045" providerId="Windows Live" clId="Web-{CCB79814-B0DB-7A50-BDE9-B55204A22B09}" dt="2025-02-11T03:58:01.350" v="131" actId="20577"/>
        <pc:sldMkLst>
          <pc:docMk/>
          <pc:sldMk cId="4166543412" sldId="285"/>
        </pc:sldMkLst>
        <pc:spChg chg="mod">
          <ac:chgData name="William Mancuso" userId="6e5dd2317853d045" providerId="Windows Live" clId="Web-{CCB79814-B0DB-7A50-BDE9-B55204A22B09}" dt="2025-02-11T03:58:01.350" v="131" actId="20577"/>
          <ac:spMkLst>
            <pc:docMk/>
            <pc:sldMk cId="4166543412" sldId="285"/>
            <ac:spMk id="3" creationId="{AB0A6538-E137-ABB5-D0C5-458F6DAFC4BC}"/>
          </ac:spMkLst>
        </pc:spChg>
      </pc:sldChg>
    </pc:docChg>
  </pc:docChgLst>
  <pc:docChgLst>
    <pc:chgData name="Guest User" providerId="Windows Live" clId="Web-{1604A360-ED81-95A1-283A-4434C60AEB68}"/>
    <pc:docChg chg="addSld modSld">
      <pc:chgData name="Guest User" userId="" providerId="Windows Live" clId="Web-{1604A360-ED81-95A1-283A-4434C60AEB68}" dt="2025-02-06T17:45:35.348" v="168"/>
      <pc:docMkLst>
        <pc:docMk/>
      </pc:docMkLst>
      <pc:sldChg chg="modSp">
        <pc:chgData name="Guest User" userId="" providerId="Windows Live" clId="Web-{1604A360-ED81-95A1-283A-4434C60AEB68}" dt="2025-02-06T16:54:20.235" v="55"/>
        <pc:sldMkLst>
          <pc:docMk/>
          <pc:sldMk cId="2673860648" sldId="273"/>
        </pc:sldMkLst>
        <pc:graphicFrameChg chg="mod modGraphic">
          <ac:chgData name="Guest User" userId="" providerId="Windows Live" clId="Web-{1604A360-ED81-95A1-283A-4434C60AEB68}" dt="2025-02-06T16:54:20.235" v="55"/>
          <ac:graphicFrameMkLst>
            <pc:docMk/>
            <pc:sldMk cId="2673860648" sldId="273"/>
            <ac:graphicFrameMk id="4" creationId="{DD69C7B0-AF0F-A44F-80B1-3DAB20BE6B75}"/>
          </ac:graphicFrameMkLst>
        </pc:graphicFrameChg>
      </pc:sldChg>
      <pc:sldChg chg="modSp">
        <pc:chgData name="Guest User" userId="" providerId="Windows Live" clId="Web-{1604A360-ED81-95A1-283A-4434C60AEB68}" dt="2025-02-06T17:45:32.473" v="167" actId="20577"/>
        <pc:sldMkLst>
          <pc:docMk/>
          <pc:sldMk cId="1795258629" sldId="280"/>
        </pc:sldMkLst>
        <pc:spChg chg="mod">
          <ac:chgData name="Guest User" userId="" providerId="Windows Live" clId="Web-{1604A360-ED81-95A1-283A-4434C60AEB68}" dt="2025-02-06T17:45:32.473" v="167" actId="20577"/>
          <ac:spMkLst>
            <pc:docMk/>
            <pc:sldMk cId="1795258629" sldId="280"/>
            <ac:spMk id="3" creationId="{F178DB29-E44B-720D-D277-A4AA88DBAE37}"/>
          </ac:spMkLst>
        </pc:spChg>
      </pc:sldChg>
      <pc:sldChg chg="add replId">
        <pc:chgData name="Guest User" userId="" providerId="Windows Live" clId="Web-{1604A360-ED81-95A1-283A-4434C60AEB68}" dt="2025-02-06T17:45:35.348" v="168"/>
        <pc:sldMkLst>
          <pc:docMk/>
          <pc:sldMk cId="3492160932" sldId="287"/>
        </pc:sldMkLst>
      </pc:sldChg>
    </pc:docChg>
  </pc:docChgLst>
  <pc:docChgLst>
    <pc:chgData name="Guest User" providerId="Windows Live" clId="Web-{38AACF89-7904-F26C-8F30-7A799A11B45A}"/>
    <pc:docChg chg="modSld">
      <pc:chgData name="Guest User" userId="" providerId="Windows Live" clId="Web-{38AACF89-7904-F26C-8F30-7A799A11B45A}" dt="2025-02-12T03:42:14.180" v="630" actId="20577"/>
      <pc:docMkLst>
        <pc:docMk/>
      </pc:docMkLst>
      <pc:sldChg chg="addSp delSp modSp">
        <pc:chgData name="Guest User" userId="" providerId="Windows Live" clId="Web-{38AACF89-7904-F26C-8F30-7A799A11B45A}" dt="2025-02-12T02:49:23.778" v="382" actId="20577"/>
        <pc:sldMkLst>
          <pc:docMk/>
          <pc:sldMk cId="3336194316" sldId="271"/>
        </pc:sldMkLst>
        <pc:spChg chg="mod">
          <ac:chgData name="Guest User" userId="" providerId="Windows Live" clId="Web-{38AACF89-7904-F26C-8F30-7A799A11B45A}" dt="2025-02-12T02:49:23.778" v="382" actId="20577"/>
          <ac:spMkLst>
            <pc:docMk/>
            <pc:sldMk cId="3336194316" sldId="271"/>
            <ac:spMk id="3" creationId="{66110D45-AB0D-7792-7E20-5BD9B2C53C71}"/>
          </ac:spMkLst>
        </pc:spChg>
        <pc:picChg chg="add del mod">
          <ac:chgData name="Guest User" userId="" providerId="Windows Live" clId="Web-{38AACF89-7904-F26C-8F30-7A799A11B45A}" dt="2025-02-11T23:53:56.166" v="182"/>
          <ac:picMkLst>
            <pc:docMk/>
            <pc:sldMk cId="3336194316" sldId="271"/>
            <ac:picMk id="5" creationId="{E189E509-88FE-1B4B-A95A-52C40AC1F40B}"/>
          </ac:picMkLst>
        </pc:picChg>
        <pc:picChg chg="add del mod">
          <ac:chgData name="Guest User" userId="" providerId="Windows Live" clId="Web-{38AACF89-7904-F26C-8F30-7A799A11B45A}" dt="2025-02-11T23:54:33.434" v="187"/>
          <ac:picMkLst>
            <pc:docMk/>
            <pc:sldMk cId="3336194316" sldId="271"/>
            <ac:picMk id="7" creationId="{69F82D9F-BC3F-831C-B3A1-403729521AD6}"/>
          </ac:picMkLst>
        </pc:picChg>
        <pc:picChg chg="add mod">
          <ac:chgData name="Guest User" userId="" providerId="Windows Live" clId="Web-{38AACF89-7904-F26C-8F30-7A799A11B45A}" dt="2025-02-11T23:57:20.994" v="193" actId="1076"/>
          <ac:picMkLst>
            <pc:docMk/>
            <pc:sldMk cId="3336194316" sldId="271"/>
            <ac:picMk id="9" creationId="{73720489-7B6F-6A2D-4C1E-7C54CA20B261}"/>
          </ac:picMkLst>
        </pc:picChg>
      </pc:sldChg>
      <pc:sldChg chg="addSp delSp modSp">
        <pc:chgData name="Guest User" userId="" providerId="Windows Live" clId="Web-{38AACF89-7904-F26C-8F30-7A799A11B45A}" dt="2025-02-12T03:42:14.180" v="630" actId="20577"/>
        <pc:sldMkLst>
          <pc:docMk/>
          <pc:sldMk cId="301552246" sldId="282"/>
        </pc:sldMkLst>
        <pc:spChg chg="mod">
          <ac:chgData name="Guest User" userId="" providerId="Windows Live" clId="Web-{38AACF89-7904-F26C-8F30-7A799A11B45A}" dt="2025-02-12T03:37:07.173" v="460" actId="20577"/>
          <ac:spMkLst>
            <pc:docMk/>
            <pc:sldMk cId="301552246" sldId="282"/>
            <ac:spMk id="2" creationId="{6BA31EEA-5BE6-F32E-6904-2C0718EF0215}"/>
          </ac:spMkLst>
        </pc:spChg>
        <pc:spChg chg="mod">
          <ac:chgData name="Guest User" userId="" providerId="Windows Live" clId="Web-{38AACF89-7904-F26C-8F30-7A799A11B45A}" dt="2025-02-12T03:42:14.180" v="630" actId="20577"/>
          <ac:spMkLst>
            <pc:docMk/>
            <pc:sldMk cId="301552246" sldId="282"/>
            <ac:spMk id="3" creationId="{DA61A2BE-9E7F-1424-F7D6-E99663CE6EF3}"/>
          </ac:spMkLst>
        </pc:spChg>
        <pc:picChg chg="add del mod">
          <ac:chgData name="Guest User" userId="" providerId="Windows Live" clId="Web-{38AACF89-7904-F26C-8F30-7A799A11B45A}" dt="2025-02-12T00:02:03.124" v="298"/>
          <ac:picMkLst>
            <pc:docMk/>
            <pc:sldMk cId="301552246" sldId="282"/>
            <ac:picMk id="5" creationId="{F31A801D-AF63-0028-4F85-F30E00ED859F}"/>
          </ac:picMkLst>
        </pc:picChg>
        <pc:picChg chg="add mod">
          <ac:chgData name="Guest User" userId="" providerId="Windows Live" clId="Web-{38AACF89-7904-F26C-8F30-7A799A11B45A}" dt="2025-02-12T03:41:49.912" v="617" actId="1076"/>
          <ac:picMkLst>
            <pc:docMk/>
            <pc:sldMk cId="301552246" sldId="282"/>
            <ac:picMk id="7" creationId="{B03FAA6E-B8B2-C0A4-655A-AFB23C87DE47}"/>
          </ac:picMkLst>
        </pc:picChg>
      </pc:sldChg>
    </pc:docChg>
  </pc:docChgLst>
  <pc:docChgLst>
    <pc:chgData name="Guest User" providerId="Windows Live" clId="Web-{16BF61BF-6A16-184E-901B-B668533829D9}"/>
    <pc:docChg chg="sldOrd">
      <pc:chgData name="Guest User" userId="" providerId="Windows Live" clId="Web-{16BF61BF-6A16-184E-901B-B668533829D9}" dt="2025-02-11T19:39:43.320" v="0"/>
      <pc:docMkLst>
        <pc:docMk/>
      </pc:docMkLst>
      <pc:sldChg chg="ord">
        <pc:chgData name="Guest User" userId="" providerId="Windows Live" clId="Web-{16BF61BF-6A16-184E-901B-B668533829D9}" dt="2025-02-11T19:39:43.320" v="0"/>
        <pc:sldMkLst>
          <pc:docMk/>
          <pc:sldMk cId="718924502" sldId="284"/>
        </pc:sldMkLst>
      </pc:sldChg>
    </pc:docChg>
  </pc:docChgLst>
  <pc:docChgLst>
    <pc:chgData name="William Mancuso" userId="6e5dd2317853d045" providerId="Windows Live" clId="Web-{8069CB34-6BC9-6CFE-E5AE-C9F2DBDD15AD}"/>
    <pc:docChg chg="modSld">
      <pc:chgData name="William Mancuso" userId="6e5dd2317853d045" providerId="Windows Live" clId="Web-{8069CB34-6BC9-6CFE-E5AE-C9F2DBDD15AD}" dt="2025-02-12T03:58:55.283" v="99"/>
      <pc:docMkLst>
        <pc:docMk/>
      </pc:docMkLst>
      <pc:sldChg chg="modSp">
        <pc:chgData name="William Mancuso" userId="6e5dd2317853d045" providerId="Windows Live" clId="Web-{8069CB34-6BC9-6CFE-E5AE-C9F2DBDD15AD}" dt="2025-02-12T03:43:24.349" v="91" actId="20577"/>
        <pc:sldMkLst>
          <pc:docMk/>
          <pc:sldMk cId="301552246" sldId="282"/>
        </pc:sldMkLst>
        <pc:spChg chg="mod">
          <ac:chgData name="William Mancuso" userId="6e5dd2317853d045" providerId="Windows Live" clId="Web-{8069CB34-6BC9-6CFE-E5AE-C9F2DBDD15AD}" dt="2025-02-12T03:43:24.349" v="91" actId="20577"/>
          <ac:spMkLst>
            <pc:docMk/>
            <pc:sldMk cId="301552246" sldId="282"/>
            <ac:spMk id="3" creationId="{DA61A2BE-9E7F-1424-F7D6-E99663CE6EF3}"/>
          </ac:spMkLst>
        </pc:spChg>
        <pc:spChg chg="mod">
          <ac:chgData name="William Mancuso" userId="6e5dd2317853d045" providerId="Windows Live" clId="Web-{8069CB34-6BC9-6CFE-E5AE-C9F2DBDD15AD}" dt="2025-02-12T03:36:40.649" v="65" actId="14100"/>
          <ac:spMkLst>
            <pc:docMk/>
            <pc:sldMk cId="301552246" sldId="282"/>
            <ac:spMk id="18" creationId="{A97FB7F2-132A-931D-B989-53FCCB8C17E4}"/>
          </ac:spMkLst>
        </pc:spChg>
      </pc:sldChg>
      <pc:sldChg chg="modSp">
        <pc:chgData name="William Mancuso" userId="6e5dd2317853d045" providerId="Windows Live" clId="Web-{8069CB34-6BC9-6CFE-E5AE-C9F2DBDD15AD}" dt="2025-02-11T19:14:14.666" v="43" actId="20577"/>
        <pc:sldMkLst>
          <pc:docMk/>
          <pc:sldMk cId="2517689335" sldId="283"/>
        </pc:sldMkLst>
        <pc:spChg chg="mod">
          <ac:chgData name="William Mancuso" userId="6e5dd2317853d045" providerId="Windows Live" clId="Web-{8069CB34-6BC9-6CFE-E5AE-C9F2DBDD15AD}" dt="2025-02-11T19:14:14.666" v="43" actId="20577"/>
          <ac:spMkLst>
            <pc:docMk/>
            <pc:sldMk cId="2517689335" sldId="283"/>
            <ac:spMk id="3" creationId="{8F10A3E1-E018-53EE-0C03-231F3F6BF135}"/>
          </ac:spMkLst>
        </pc:spChg>
      </pc:sldChg>
      <pc:sldChg chg="modSp">
        <pc:chgData name="William Mancuso" userId="6e5dd2317853d045" providerId="Windows Live" clId="Web-{8069CB34-6BC9-6CFE-E5AE-C9F2DBDD15AD}" dt="2025-02-12T03:37:02.947" v="74" actId="14100"/>
        <pc:sldMkLst>
          <pc:docMk/>
          <pc:sldMk cId="718924502" sldId="284"/>
        </pc:sldMkLst>
        <pc:spChg chg="mod">
          <ac:chgData name="William Mancuso" userId="6e5dd2317853d045" providerId="Windows Live" clId="Web-{8069CB34-6BC9-6CFE-E5AE-C9F2DBDD15AD}" dt="2025-02-12T03:37:02.947" v="74" actId="14100"/>
          <ac:spMkLst>
            <pc:docMk/>
            <pc:sldMk cId="718924502" sldId="284"/>
            <ac:spMk id="18" creationId="{07F7B7FF-0801-1917-4D25-C329EF71EA45}"/>
          </ac:spMkLst>
        </pc:spChg>
      </pc:sldChg>
      <pc:sldChg chg="addSp delSp modSp">
        <pc:chgData name="William Mancuso" userId="6e5dd2317853d045" providerId="Windows Live" clId="Web-{8069CB34-6BC9-6CFE-E5AE-C9F2DBDD15AD}" dt="2025-02-12T03:36:25.930" v="60" actId="20577"/>
        <pc:sldMkLst>
          <pc:docMk/>
          <pc:sldMk cId="4166543412" sldId="285"/>
        </pc:sldMkLst>
        <pc:spChg chg="mod">
          <ac:chgData name="William Mancuso" userId="6e5dd2317853d045" providerId="Windows Live" clId="Web-{8069CB34-6BC9-6CFE-E5AE-C9F2DBDD15AD}" dt="2025-02-11T19:21:29.337" v="57" actId="14100"/>
          <ac:spMkLst>
            <pc:docMk/>
            <pc:sldMk cId="4166543412" sldId="285"/>
            <ac:spMk id="3" creationId="{AB0A6538-E137-ABB5-D0C5-458F6DAFC4BC}"/>
          </ac:spMkLst>
        </pc:spChg>
        <pc:spChg chg="mod">
          <ac:chgData name="William Mancuso" userId="6e5dd2317853d045" providerId="Windows Live" clId="Web-{8069CB34-6BC9-6CFE-E5AE-C9F2DBDD15AD}" dt="2025-02-12T03:36:25.930" v="60" actId="20577"/>
          <ac:spMkLst>
            <pc:docMk/>
            <pc:sldMk cId="4166543412" sldId="285"/>
            <ac:spMk id="18" creationId="{D383B8CC-8219-7B14-37FD-22279383CA9E}"/>
          </ac:spMkLst>
        </pc:spChg>
        <pc:picChg chg="add del mod">
          <ac:chgData name="William Mancuso" userId="6e5dd2317853d045" providerId="Windows Live" clId="Web-{8069CB34-6BC9-6CFE-E5AE-C9F2DBDD15AD}" dt="2025-02-11T19:21:12.337" v="53"/>
          <ac:picMkLst>
            <pc:docMk/>
            <pc:sldMk cId="4166543412" sldId="285"/>
            <ac:picMk id="4" creationId="{55FB6B72-3657-50DF-00A1-3473F9E64BCE}"/>
          </ac:picMkLst>
        </pc:picChg>
        <pc:picChg chg="add mod">
          <ac:chgData name="William Mancuso" userId="6e5dd2317853d045" providerId="Windows Live" clId="Web-{8069CB34-6BC9-6CFE-E5AE-C9F2DBDD15AD}" dt="2025-02-11T19:21:32.588" v="58" actId="1076"/>
          <ac:picMkLst>
            <pc:docMk/>
            <pc:sldMk cId="4166543412" sldId="285"/>
            <ac:picMk id="5" creationId="{CB5F689D-D24C-5949-E37A-C45CDE70D843}"/>
          </ac:picMkLst>
        </pc:picChg>
      </pc:sldChg>
      <pc:sldChg chg="modSp">
        <pc:chgData name="William Mancuso" userId="6e5dd2317853d045" providerId="Windows Live" clId="Web-{8069CB34-6BC9-6CFE-E5AE-C9F2DBDD15AD}" dt="2025-02-12T03:36:52.525" v="69" actId="14100"/>
        <pc:sldMkLst>
          <pc:docMk/>
          <pc:sldMk cId="4093734683" sldId="286"/>
        </pc:sldMkLst>
        <pc:spChg chg="mod">
          <ac:chgData name="William Mancuso" userId="6e5dd2317853d045" providerId="Windows Live" clId="Web-{8069CB34-6BC9-6CFE-E5AE-C9F2DBDD15AD}" dt="2025-02-12T03:36:52.525" v="69" actId="14100"/>
          <ac:spMkLst>
            <pc:docMk/>
            <pc:sldMk cId="4093734683" sldId="286"/>
            <ac:spMk id="18" creationId="{2B222B01-D42A-F1CE-EC5A-3F70CED00D1D}"/>
          </ac:spMkLst>
        </pc:spChg>
      </pc:sldChg>
      <pc:sldChg chg="addSp delSp">
        <pc:chgData name="William Mancuso" userId="6e5dd2317853d045" providerId="Windows Live" clId="Web-{8069CB34-6BC9-6CFE-E5AE-C9F2DBDD15AD}" dt="2025-02-12T03:58:55.283" v="99"/>
        <pc:sldMkLst>
          <pc:docMk/>
          <pc:sldMk cId="3492160932" sldId="287"/>
        </pc:sldMkLst>
        <pc:inkChg chg="add">
          <ac:chgData name="William Mancuso" userId="6e5dd2317853d045" providerId="Windows Live" clId="Web-{8069CB34-6BC9-6CFE-E5AE-C9F2DBDD15AD}" dt="2025-02-12T03:58:16.047" v="98"/>
          <ac:inkMkLst>
            <pc:docMk/>
            <pc:sldMk cId="3492160932" sldId="287"/>
            <ac:inkMk id="5" creationId="{37C1C712-057A-5E94-AAA4-46544C6FEBA0}"/>
          </ac:inkMkLst>
        </pc:inkChg>
        <pc:inkChg chg="add">
          <ac:chgData name="William Mancuso" userId="6e5dd2317853d045" providerId="Windows Live" clId="Web-{8069CB34-6BC9-6CFE-E5AE-C9F2DBDD15AD}" dt="2025-02-12T03:58:55.283" v="99"/>
          <ac:inkMkLst>
            <pc:docMk/>
            <pc:sldMk cId="3492160932" sldId="287"/>
            <ac:inkMk id="7" creationId="{AD5C33CF-757C-485A-AA29-81A25DFFAD43}"/>
          </ac:inkMkLst>
        </pc:inkChg>
        <pc:inkChg chg="add">
          <ac:chgData name="William Mancuso" userId="6e5dd2317853d045" providerId="Windows Live" clId="Web-{8069CB34-6BC9-6CFE-E5AE-C9F2DBDD15AD}" dt="2025-02-12T03:57:18.186" v="92"/>
          <ac:inkMkLst>
            <pc:docMk/>
            <pc:sldMk cId="3492160932" sldId="287"/>
            <ac:inkMk id="19" creationId="{9E5FF852-41AA-A162-B2B7-1C36417771C2}"/>
          </ac:inkMkLst>
        </pc:inkChg>
        <pc:inkChg chg="add del">
          <ac:chgData name="William Mancuso" userId="6e5dd2317853d045" providerId="Windows Live" clId="Web-{8069CB34-6BC9-6CFE-E5AE-C9F2DBDD15AD}" dt="2025-02-12T03:57:43.156" v="94"/>
          <ac:inkMkLst>
            <pc:docMk/>
            <pc:sldMk cId="3492160932" sldId="287"/>
            <ac:inkMk id="20" creationId="{2BB234A9-382E-A8BB-4C56-7F113C9974B1}"/>
          </ac:inkMkLst>
        </pc:inkChg>
        <pc:inkChg chg="add del">
          <ac:chgData name="William Mancuso" userId="6e5dd2317853d045" providerId="Windows Live" clId="Web-{8069CB34-6BC9-6CFE-E5AE-C9F2DBDD15AD}" dt="2025-02-12T03:57:55.234" v="96"/>
          <ac:inkMkLst>
            <pc:docMk/>
            <pc:sldMk cId="3492160932" sldId="287"/>
            <ac:inkMk id="21" creationId="{01992827-57FD-A26E-0356-6AEF530E15B5}"/>
          </ac:inkMkLst>
        </pc:inkChg>
        <pc:inkChg chg="add">
          <ac:chgData name="William Mancuso" userId="6e5dd2317853d045" providerId="Windows Live" clId="Web-{8069CB34-6BC9-6CFE-E5AE-C9F2DBDD15AD}" dt="2025-02-12T03:58:05.078" v="97"/>
          <ac:inkMkLst>
            <pc:docMk/>
            <pc:sldMk cId="3492160932" sldId="287"/>
            <ac:inkMk id="22" creationId="{BF0881E5-8828-1F75-C451-679F3CEE3452}"/>
          </ac:inkMkLst>
        </pc:inkChg>
      </pc:sldChg>
    </pc:docChg>
  </pc:docChgLst>
  <pc:docChgLst>
    <pc:chgData name="Guest User" providerId="Windows Live" clId="Web-{932B6268-E591-FDE5-C5C4-7982F6027FC9}"/>
    <pc:docChg chg="modSld">
      <pc:chgData name="Guest User" userId="" providerId="Windows Live" clId="Web-{932B6268-E591-FDE5-C5C4-7982F6027FC9}" dt="2025-02-11T20:13:17.620" v="1399" actId="1076"/>
      <pc:docMkLst>
        <pc:docMk/>
      </pc:docMkLst>
      <pc:sldChg chg="modSp">
        <pc:chgData name="Guest User" userId="" providerId="Windows Live" clId="Web-{932B6268-E591-FDE5-C5C4-7982F6027FC9}" dt="2025-02-11T20:12:22.163" v="1396"/>
        <pc:sldMkLst>
          <pc:docMk/>
          <pc:sldMk cId="2673860648" sldId="273"/>
        </pc:sldMkLst>
        <pc:graphicFrameChg chg="mod modGraphic">
          <ac:chgData name="Guest User" userId="" providerId="Windows Live" clId="Web-{932B6268-E591-FDE5-C5C4-7982F6027FC9}" dt="2025-02-11T20:12:22.163" v="1396"/>
          <ac:graphicFrameMkLst>
            <pc:docMk/>
            <pc:sldMk cId="2673860648" sldId="273"/>
            <ac:graphicFrameMk id="4" creationId="{DD69C7B0-AF0F-A44F-80B1-3DAB20BE6B75}"/>
          </ac:graphicFrameMkLst>
        </pc:graphicFrameChg>
      </pc:sldChg>
      <pc:sldChg chg="modSp">
        <pc:chgData name="Guest User" userId="" providerId="Windows Live" clId="Web-{932B6268-E591-FDE5-C5C4-7982F6027FC9}" dt="2025-02-11T20:13:17.620" v="1399" actId="1076"/>
        <pc:sldMkLst>
          <pc:docMk/>
          <pc:sldMk cId="1795258629" sldId="280"/>
        </pc:sldMkLst>
        <pc:picChg chg="mod">
          <ac:chgData name="Guest User" userId="" providerId="Windows Live" clId="Web-{932B6268-E591-FDE5-C5C4-7982F6027FC9}" dt="2025-02-11T20:13:17.620" v="1399" actId="1076"/>
          <ac:picMkLst>
            <pc:docMk/>
            <pc:sldMk cId="1795258629" sldId="280"/>
            <ac:picMk id="5" creationId="{71C729C5-54A4-B21A-59B7-81345EAA4076}"/>
          </ac:picMkLst>
        </pc:picChg>
      </pc:sldChg>
      <pc:sldChg chg="modSp">
        <pc:chgData name="Guest User" userId="" providerId="Windows Live" clId="Web-{932B6268-E591-FDE5-C5C4-7982F6027FC9}" dt="2025-02-11T20:10:39.921" v="1104" actId="20577"/>
        <pc:sldMkLst>
          <pc:docMk/>
          <pc:sldMk cId="4093734683" sldId="286"/>
        </pc:sldMkLst>
        <pc:spChg chg="mod">
          <ac:chgData name="Guest User" userId="" providerId="Windows Live" clId="Web-{932B6268-E591-FDE5-C5C4-7982F6027FC9}" dt="2025-02-11T20:10:39.921" v="1104" actId="20577"/>
          <ac:spMkLst>
            <pc:docMk/>
            <pc:sldMk cId="4093734683" sldId="286"/>
            <ac:spMk id="3" creationId="{613EBFC9-D6F2-1C23-A5EB-708504CB35DC}"/>
          </ac:spMkLst>
        </pc:spChg>
      </pc:sldChg>
      <pc:sldChg chg="modSp">
        <pc:chgData name="Guest User" userId="" providerId="Windows Live" clId="Web-{932B6268-E591-FDE5-C5C4-7982F6027FC9}" dt="2025-02-11T20:12:54.509" v="1397" actId="1076"/>
        <pc:sldMkLst>
          <pc:docMk/>
          <pc:sldMk cId="3492160932" sldId="287"/>
        </pc:sldMkLst>
        <pc:spChg chg="mod">
          <ac:chgData name="Guest User" userId="" providerId="Windows Live" clId="Web-{932B6268-E591-FDE5-C5C4-7982F6027FC9}" dt="2025-02-11T20:12:54.509" v="1397" actId="1076"/>
          <ac:spMkLst>
            <pc:docMk/>
            <pc:sldMk cId="3492160932" sldId="287"/>
            <ac:spMk id="3" creationId="{B2068F8D-589C-351D-63DD-B8FC0E7C639D}"/>
          </ac:spMkLst>
        </pc:spChg>
      </pc:sldChg>
    </pc:docChg>
  </pc:docChgLst>
  <pc:docChgLst>
    <pc:chgData name="Guest User" providerId="Windows Live" clId="Web-{955EFDF4-A1F1-FDBE-5B4E-73A7FA5EF9E5}"/>
    <pc:docChg chg="modSld">
      <pc:chgData name="Guest User" userId="" providerId="Windows Live" clId="Web-{955EFDF4-A1F1-FDBE-5B4E-73A7FA5EF9E5}" dt="2025-02-12T03:58:10.560" v="65" actId="20577"/>
      <pc:docMkLst>
        <pc:docMk/>
      </pc:docMkLst>
      <pc:sldChg chg="addSp delSp modSp">
        <pc:chgData name="Guest User" userId="" providerId="Windows Live" clId="Web-{955EFDF4-A1F1-FDBE-5B4E-73A7FA5EF9E5}" dt="2025-02-12T03:58:10.560" v="65" actId="20577"/>
        <pc:sldMkLst>
          <pc:docMk/>
          <pc:sldMk cId="3492160932" sldId="287"/>
        </pc:sldMkLst>
        <pc:spChg chg="mod">
          <ac:chgData name="Guest User" userId="" providerId="Windows Live" clId="Web-{955EFDF4-A1F1-FDBE-5B4E-73A7FA5EF9E5}" dt="2025-02-12T03:58:10.560" v="65" actId="20577"/>
          <ac:spMkLst>
            <pc:docMk/>
            <pc:sldMk cId="3492160932" sldId="287"/>
            <ac:spMk id="3" creationId="{B2068F8D-589C-351D-63DD-B8FC0E7C639D}"/>
          </ac:spMkLst>
        </pc:spChg>
        <pc:picChg chg="add del mod">
          <ac:chgData name="Guest User" userId="" providerId="Windows Live" clId="Web-{955EFDF4-A1F1-FDBE-5B4E-73A7FA5EF9E5}" dt="2025-02-12T03:42:17.362" v="6"/>
          <ac:picMkLst>
            <pc:docMk/>
            <pc:sldMk cId="3492160932" sldId="287"/>
            <ac:picMk id="5" creationId="{3E009F36-8038-50F8-AEE1-F62DA167CB7C}"/>
          </ac:picMkLst>
        </pc:picChg>
        <pc:picChg chg="add del mod">
          <ac:chgData name="Guest User" userId="" providerId="Windows Live" clId="Web-{955EFDF4-A1F1-FDBE-5B4E-73A7FA5EF9E5}" dt="2025-02-12T03:43:01.487" v="11"/>
          <ac:picMkLst>
            <pc:docMk/>
            <pc:sldMk cId="3492160932" sldId="287"/>
            <ac:picMk id="7" creationId="{1919A602-F14E-A19A-52AF-D81EE2C88B25}"/>
          </ac:picMkLst>
        </pc:picChg>
        <pc:picChg chg="add del mod">
          <ac:chgData name="Guest User" userId="" providerId="Windows Live" clId="Web-{955EFDF4-A1F1-FDBE-5B4E-73A7FA5EF9E5}" dt="2025-02-12T03:44:26.457" v="14"/>
          <ac:picMkLst>
            <pc:docMk/>
            <pc:sldMk cId="3492160932" sldId="287"/>
            <ac:picMk id="9" creationId="{9A4754D1-2C08-D71E-ADCC-62883C4AE64C}"/>
          </ac:picMkLst>
        </pc:picChg>
        <pc:picChg chg="add del mod">
          <ac:chgData name="Guest User" userId="" providerId="Windows Live" clId="Web-{955EFDF4-A1F1-FDBE-5B4E-73A7FA5EF9E5}" dt="2025-02-12T03:45:49.630" v="20"/>
          <ac:picMkLst>
            <pc:docMk/>
            <pc:sldMk cId="3492160932" sldId="287"/>
            <ac:picMk id="10" creationId="{C7067372-BEDE-CD52-F79F-890FCFECE6F6}"/>
          </ac:picMkLst>
        </pc:picChg>
        <pc:picChg chg="add mod">
          <ac:chgData name="Guest User" userId="" providerId="Windows Live" clId="Web-{955EFDF4-A1F1-FDBE-5B4E-73A7FA5EF9E5}" dt="2025-02-12T03:47:02.037" v="22" actId="1076"/>
          <ac:picMkLst>
            <pc:docMk/>
            <pc:sldMk cId="3492160932" sldId="287"/>
            <ac:picMk id="11" creationId="{3CBF6F0F-5E00-9149-52F4-2E44FD6FCF56}"/>
          </ac:picMkLst>
        </pc:picChg>
        <pc:picChg chg="add del mod">
          <ac:chgData name="Guest User" userId="" providerId="Windows Live" clId="Web-{955EFDF4-A1F1-FDBE-5B4E-73A7FA5EF9E5}" dt="2025-02-12T03:48:24.022" v="29"/>
          <ac:picMkLst>
            <pc:docMk/>
            <pc:sldMk cId="3492160932" sldId="287"/>
            <ac:picMk id="12" creationId="{366363CF-8D8E-DF93-8D88-28B95B561C98}"/>
          </ac:picMkLst>
        </pc:picChg>
        <pc:picChg chg="add mod">
          <ac:chgData name="Guest User" userId="" providerId="Windows Live" clId="Web-{955EFDF4-A1F1-FDBE-5B4E-73A7FA5EF9E5}" dt="2025-02-12T03:51:36.774" v="42" actId="1076"/>
          <ac:picMkLst>
            <pc:docMk/>
            <pc:sldMk cId="3492160932" sldId="287"/>
            <ac:picMk id="13" creationId="{7C73086A-409E-F6A2-FABD-E6DB5C6CCE87}"/>
          </ac:picMkLst>
        </pc:picChg>
        <pc:picChg chg="add mod">
          <ac:chgData name="Guest User" userId="" providerId="Windows Live" clId="Web-{955EFDF4-A1F1-FDBE-5B4E-73A7FA5EF9E5}" dt="2025-02-12T03:51:27.149" v="41" actId="14100"/>
          <ac:picMkLst>
            <pc:docMk/>
            <pc:sldMk cId="3492160932" sldId="287"/>
            <ac:picMk id="15" creationId="{9EFC3B8E-E5F8-F942-1F24-357C07D09505}"/>
          </ac:picMkLst>
        </pc:picChg>
      </pc:sldChg>
    </pc:docChg>
  </pc:docChgLst>
  <pc:docChgLst>
    <pc:chgData name="Guest User" providerId="Windows Live" clId="Web-{996AAB23-7944-3A4C-D2EC-E7A2B226C6C9}"/>
    <pc:docChg chg="modSld">
      <pc:chgData name="Guest User" userId="" providerId="Windows Live" clId="Web-{996AAB23-7944-3A4C-D2EC-E7A2B226C6C9}" dt="2025-02-08T16:47:51.866" v="587" actId="20577"/>
      <pc:docMkLst>
        <pc:docMk/>
      </pc:docMkLst>
      <pc:sldChg chg="modSp">
        <pc:chgData name="Guest User" userId="" providerId="Windows Live" clId="Web-{996AAB23-7944-3A4C-D2EC-E7A2B226C6C9}" dt="2025-02-08T15:40:24.422" v="216" actId="20577"/>
        <pc:sldMkLst>
          <pc:docMk/>
          <pc:sldMk cId="3336194316" sldId="271"/>
        </pc:sldMkLst>
        <pc:spChg chg="mod">
          <ac:chgData name="Guest User" userId="" providerId="Windows Live" clId="Web-{996AAB23-7944-3A4C-D2EC-E7A2B226C6C9}" dt="2025-02-08T15:40:24.422" v="216" actId="20577"/>
          <ac:spMkLst>
            <pc:docMk/>
            <pc:sldMk cId="3336194316" sldId="271"/>
            <ac:spMk id="3" creationId="{66110D45-AB0D-7792-7E20-5BD9B2C53C71}"/>
          </ac:spMkLst>
        </pc:spChg>
      </pc:sldChg>
      <pc:sldChg chg="modSp">
        <pc:chgData name="Guest User" userId="" providerId="Windows Live" clId="Web-{996AAB23-7944-3A4C-D2EC-E7A2B226C6C9}" dt="2025-02-08T16:47:51.866" v="587" actId="20577"/>
        <pc:sldMkLst>
          <pc:docMk/>
          <pc:sldMk cId="3839359429" sldId="279"/>
        </pc:sldMkLst>
        <pc:spChg chg="mod">
          <ac:chgData name="Guest User" userId="" providerId="Windows Live" clId="Web-{996AAB23-7944-3A4C-D2EC-E7A2B226C6C9}" dt="2025-02-08T16:47:51.866" v="587" actId="20577"/>
          <ac:spMkLst>
            <pc:docMk/>
            <pc:sldMk cId="3839359429" sldId="279"/>
            <ac:spMk id="3" creationId="{47705290-B4BD-7409-27C2-F441DA23D1CE}"/>
          </ac:spMkLst>
        </pc:spChg>
      </pc:sldChg>
    </pc:docChg>
  </pc:docChgLst>
  <pc:docChgLst>
    <pc:chgData name="Guest User" providerId="Windows Live" clId="Web-{544F5BF4-D985-F0DE-0C17-C366489DD062}"/>
    <pc:docChg chg="modSld">
      <pc:chgData name="Guest User" userId="" providerId="Windows Live" clId="Web-{544F5BF4-D985-F0DE-0C17-C366489DD062}" dt="2025-02-12T04:14:39.061" v="66" actId="1076"/>
      <pc:docMkLst>
        <pc:docMk/>
      </pc:docMkLst>
      <pc:sldChg chg="modSp">
        <pc:chgData name="Guest User" userId="" providerId="Windows Live" clId="Web-{544F5BF4-D985-F0DE-0C17-C366489DD062}" dt="2025-02-12T04:08:55.518" v="14" actId="1076"/>
        <pc:sldMkLst>
          <pc:docMk/>
          <pc:sldMk cId="4166543412" sldId="285"/>
        </pc:sldMkLst>
        <pc:picChg chg="mod">
          <ac:chgData name="Guest User" userId="" providerId="Windows Live" clId="Web-{544F5BF4-D985-F0DE-0C17-C366489DD062}" dt="2025-02-12T04:08:55.518" v="14" actId="1076"/>
          <ac:picMkLst>
            <pc:docMk/>
            <pc:sldMk cId="4166543412" sldId="285"/>
            <ac:picMk id="5" creationId="{CB5F689D-D24C-5949-E37A-C45CDE70D843}"/>
          </ac:picMkLst>
        </pc:picChg>
      </pc:sldChg>
      <pc:sldChg chg="addSp modSp">
        <pc:chgData name="Guest User" userId="" providerId="Windows Live" clId="Web-{544F5BF4-D985-F0DE-0C17-C366489DD062}" dt="2025-02-12T04:14:39.061" v="66" actId="1076"/>
        <pc:sldMkLst>
          <pc:docMk/>
          <pc:sldMk cId="4093734683" sldId="286"/>
        </pc:sldMkLst>
        <pc:spChg chg="mod">
          <ac:chgData name="Guest User" userId="" providerId="Windows Live" clId="Web-{544F5BF4-D985-F0DE-0C17-C366489DD062}" dt="2025-02-12T04:14:19.920" v="62" actId="1076"/>
          <ac:spMkLst>
            <pc:docMk/>
            <pc:sldMk cId="4093734683" sldId="286"/>
            <ac:spMk id="3" creationId="{613EBFC9-D6F2-1C23-A5EB-708504CB35DC}"/>
          </ac:spMkLst>
        </pc:spChg>
        <pc:picChg chg="add mod">
          <ac:chgData name="Guest User" userId="" providerId="Windows Live" clId="Web-{544F5BF4-D985-F0DE-0C17-C366489DD062}" dt="2025-02-12T04:14:39.061" v="66" actId="1076"/>
          <ac:picMkLst>
            <pc:docMk/>
            <pc:sldMk cId="4093734683" sldId="286"/>
            <ac:picMk id="5" creationId="{AD4A7067-3E33-7396-C7F2-953BB52EF3F8}"/>
          </ac:picMkLst>
        </pc:picChg>
      </pc:sldChg>
      <pc:sldChg chg="addSp modSp">
        <pc:chgData name="Guest User" userId="" providerId="Windows Live" clId="Web-{544F5BF4-D985-F0DE-0C17-C366489DD062}" dt="2025-02-12T04:08:37.565" v="12" actId="1076"/>
        <pc:sldMkLst>
          <pc:docMk/>
          <pc:sldMk cId="3492160932" sldId="287"/>
        </pc:sldMkLst>
        <pc:picChg chg="add mod">
          <ac:chgData name="Guest User" userId="" providerId="Windows Live" clId="Web-{544F5BF4-D985-F0DE-0C17-C366489DD062}" dt="2025-02-12T04:07:15.828" v="4" actId="1076"/>
          <ac:picMkLst>
            <pc:docMk/>
            <pc:sldMk cId="3492160932" sldId="287"/>
            <ac:picMk id="9" creationId="{E6B2A4D7-21B3-9CBC-62FE-6DE15D5F3208}"/>
          </ac:picMkLst>
        </pc:picChg>
        <pc:picChg chg="add mod">
          <ac:chgData name="Guest User" userId="" providerId="Windows Live" clId="Web-{544F5BF4-D985-F0DE-0C17-C366489DD062}" dt="2025-02-12T04:08:37.565" v="12" actId="1076"/>
          <ac:picMkLst>
            <pc:docMk/>
            <pc:sldMk cId="3492160932" sldId="287"/>
            <ac:picMk id="10" creationId="{A725DC2F-10F1-444A-0B00-C63F88EB41BF}"/>
          </ac:picMkLst>
        </pc:picChg>
      </pc:sldChg>
    </pc:docChg>
  </pc:docChgLst>
  <pc:docChgLst>
    <pc:chgData name="Meg Burkes" userId="1efcd6318e7a8f65" providerId="LiveId" clId="{EB53E739-AD4D-4C5D-BF95-C80C9B77606B}"/>
    <pc:docChg chg="undo custSel addSld delSld modSld sldOrd">
      <pc:chgData name="Meg Burkes" userId="1efcd6318e7a8f65" providerId="LiveId" clId="{EB53E739-AD4D-4C5D-BF95-C80C9B77606B}" dt="2025-02-12T04:07:49.163" v="2345" actId="20577"/>
      <pc:docMkLst>
        <pc:docMk/>
      </pc:docMkLst>
      <pc:sldChg chg="del">
        <pc:chgData name="Meg Burkes" userId="1efcd6318e7a8f65" providerId="LiveId" clId="{EB53E739-AD4D-4C5D-BF95-C80C9B77606B}" dt="2025-02-04T22:09:08.073" v="0" actId="2696"/>
        <pc:sldMkLst>
          <pc:docMk/>
          <pc:sldMk cId="356347659" sldId="257"/>
        </pc:sldMkLst>
      </pc:sldChg>
      <pc:sldChg chg="addSp modSp mod">
        <pc:chgData name="Meg Burkes" userId="1efcd6318e7a8f65" providerId="LiveId" clId="{EB53E739-AD4D-4C5D-BF95-C80C9B77606B}" dt="2025-02-12T03:34:34.492" v="2258" actId="20577"/>
        <pc:sldMkLst>
          <pc:docMk/>
          <pc:sldMk cId="3494119000" sldId="269"/>
        </pc:sldMkLst>
        <pc:spChg chg="add mod">
          <ac:chgData name="Meg Burkes" userId="1efcd6318e7a8f65" providerId="LiveId" clId="{EB53E739-AD4D-4C5D-BF95-C80C9B77606B}" dt="2025-02-12T03:34:34.492" v="2258" actId="20577"/>
          <ac:spMkLst>
            <pc:docMk/>
            <pc:sldMk cId="3494119000" sldId="269"/>
            <ac:spMk id="10" creationId="{C7C683D1-6522-83B2-583D-4959F0946C2B}"/>
          </ac:spMkLst>
        </pc:spChg>
        <pc:spChg chg="mod">
          <ac:chgData name="Meg Burkes" userId="1efcd6318e7a8f65" providerId="LiveId" clId="{EB53E739-AD4D-4C5D-BF95-C80C9B77606B}" dt="2025-02-11T19:40:01.431" v="2084" actId="20577"/>
          <ac:spMkLst>
            <pc:docMk/>
            <pc:sldMk cId="3494119000" sldId="269"/>
            <ac:spMk id="12" creationId="{492042C7-2741-917F-9A49-E138E4F73E34}"/>
          </ac:spMkLst>
        </pc:spChg>
      </pc:sldChg>
      <pc:sldChg chg="modSp del mod ord">
        <pc:chgData name="Meg Burkes" userId="1efcd6318e7a8f65" providerId="LiveId" clId="{EB53E739-AD4D-4C5D-BF95-C80C9B77606B}" dt="2025-02-12T03:36:05.358" v="2260" actId="2696"/>
        <pc:sldMkLst>
          <pc:docMk/>
          <pc:sldMk cId="1014889944" sldId="270"/>
        </pc:sldMkLst>
      </pc:sldChg>
      <pc:sldChg chg="addSp modSp mod">
        <pc:chgData name="Meg Burkes" userId="1efcd6318e7a8f65" providerId="LiveId" clId="{EB53E739-AD4D-4C5D-BF95-C80C9B77606B}" dt="2025-02-11T19:40:12.933" v="2089" actId="20577"/>
        <pc:sldMkLst>
          <pc:docMk/>
          <pc:sldMk cId="3336194316" sldId="271"/>
        </pc:sldMkLst>
        <pc:spChg chg="mod">
          <ac:chgData name="Meg Burkes" userId="1efcd6318e7a8f65" providerId="LiveId" clId="{EB53E739-AD4D-4C5D-BF95-C80C9B77606B}" dt="2025-02-04T22:10:31.996" v="32" actId="20577"/>
          <ac:spMkLst>
            <pc:docMk/>
            <pc:sldMk cId="3336194316" sldId="271"/>
            <ac:spMk id="3" creationId="{66110D45-AB0D-7792-7E20-5BD9B2C53C71}"/>
          </ac:spMkLst>
        </pc:spChg>
        <pc:spChg chg="add mod">
          <ac:chgData name="Meg Burkes" userId="1efcd6318e7a8f65" providerId="LiveId" clId="{EB53E739-AD4D-4C5D-BF95-C80C9B77606B}" dt="2025-02-11T19:28:53.423" v="1511" actId="20577"/>
          <ac:spMkLst>
            <pc:docMk/>
            <pc:sldMk cId="3336194316" sldId="271"/>
            <ac:spMk id="4" creationId="{C03093FE-F89A-5B5E-DE45-BD12F1896355}"/>
          </ac:spMkLst>
        </pc:spChg>
        <pc:spChg chg="mod">
          <ac:chgData name="Meg Burkes" userId="1efcd6318e7a8f65" providerId="LiveId" clId="{EB53E739-AD4D-4C5D-BF95-C80C9B77606B}" dt="2025-02-11T19:40:12.933" v="2089" actId="20577"/>
          <ac:spMkLst>
            <pc:docMk/>
            <pc:sldMk cId="3336194316" sldId="271"/>
            <ac:spMk id="16" creationId="{294B9FBF-46BA-C5B5-963A-508C0E47FCD6}"/>
          </ac:spMkLst>
        </pc:spChg>
        <pc:spChg chg="mod">
          <ac:chgData name="Meg Burkes" userId="1efcd6318e7a8f65" providerId="LiveId" clId="{EB53E739-AD4D-4C5D-BF95-C80C9B77606B}" dt="2025-02-11T19:40:10.040" v="2086" actId="20577"/>
          <ac:spMkLst>
            <pc:docMk/>
            <pc:sldMk cId="3336194316" sldId="271"/>
            <ac:spMk id="18" creationId="{721A08FF-6803-CF25-D906-63A42FA376E3}"/>
          </ac:spMkLst>
        </pc:spChg>
      </pc:sldChg>
      <pc:sldChg chg="addSp modSp mod">
        <pc:chgData name="Meg Burkes" userId="1efcd6318e7a8f65" providerId="LiveId" clId="{EB53E739-AD4D-4C5D-BF95-C80C9B77606B}" dt="2025-02-11T19:42:16.108" v="2171" actId="14100"/>
        <pc:sldMkLst>
          <pc:docMk/>
          <pc:sldMk cId="576053034" sldId="272"/>
        </pc:sldMkLst>
        <pc:spChg chg="mod">
          <ac:chgData name="Meg Burkes" userId="1efcd6318e7a8f65" providerId="LiveId" clId="{EB53E739-AD4D-4C5D-BF95-C80C9B77606B}" dt="2025-02-04T22:14:58.441" v="125" actId="20577"/>
          <ac:spMkLst>
            <pc:docMk/>
            <pc:sldMk cId="576053034" sldId="272"/>
            <ac:spMk id="3" creationId="{66110D45-AB0D-7792-7E20-5BD9B2C53C71}"/>
          </ac:spMkLst>
        </pc:spChg>
        <pc:spChg chg="add mod">
          <ac:chgData name="Meg Burkes" userId="1efcd6318e7a8f65" providerId="LiveId" clId="{EB53E739-AD4D-4C5D-BF95-C80C9B77606B}" dt="2025-02-11T19:32:05.025" v="1983" actId="14100"/>
          <ac:spMkLst>
            <pc:docMk/>
            <pc:sldMk cId="576053034" sldId="272"/>
            <ac:spMk id="5" creationId="{68BA96E1-A70E-99FF-B2D4-9689A755B32B}"/>
          </ac:spMkLst>
        </pc:spChg>
        <pc:spChg chg="mod">
          <ac:chgData name="Meg Burkes" userId="1efcd6318e7a8f65" providerId="LiveId" clId="{EB53E739-AD4D-4C5D-BF95-C80C9B77606B}" dt="2025-02-11T19:42:08.281" v="2167" actId="20577"/>
          <ac:spMkLst>
            <pc:docMk/>
            <pc:sldMk cId="576053034" sldId="272"/>
            <ac:spMk id="16" creationId="{294B9FBF-46BA-C5B5-963A-508C0E47FCD6}"/>
          </ac:spMkLst>
        </pc:spChg>
        <pc:spChg chg="mod">
          <ac:chgData name="Meg Burkes" userId="1efcd6318e7a8f65" providerId="LiveId" clId="{EB53E739-AD4D-4C5D-BF95-C80C9B77606B}" dt="2025-02-11T19:42:16.108" v="2171" actId="14100"/>
          <ac:spMkLst>
            <pc:docMk/>
            <pc:sldMk cId="576053034" sldId="272"/>
            <ac:spMk id="18" creationId="{721A08FF-6803-CF25-D906-63A42FA376E3}"/>
          </ac:spMkLst>
        </pc:spChg>
        <pc:picChg chg="add mod">
          <ac:chgData name="Meg Burkes" userId="1efcd6318e7a8f65" providerId="LiveId" clId="{EB53E739-AD4D-4C5D-BF95-C80C9B77606B}" dt="2025-02-04T22:15:20.140" v="129" actId="1076"/>
          <ac:picMkLst>
            <pc:docMk/>
            <pc:sldMk cId="576053034" sldId="272"/>
            <ac:picMk id="4" creationId="{D92326DD-E465-B433-852C-3B1D5CC46511}"/>
          </ac:picMkLst>
        </pc:picChg>
      </pc:sldChg>
      <pc:sldChg chg="addSp delSp modSp mod">
        <pc:chgData name="Meg Burkes" userId="1efcd6318e7a8f65" providerId="LiveId" clId="{EB53E739-AD4D-4C5D-BF95-C80C9B77606B}" dt="2025-02-11T19:42:36.241" v="2183" actId="14100"/>
        <pc:sldMkLst>
          <pc:docMk/>
          <pc:sldMk cId="2673860648" sldId="273"/>
        </pc:sldMkLst>
        <pc:spChg chg="add mod">
          <ac:chgData name="Meg Burkes" userId="1efcd6318e7a8f65" providerId="LiveId" clId="{EB53E739-AD4D-4C5D-BF95-C80C9B77606B}" dt="2025-02-11T19:32:21.317" v="2031" actId="20577"/>
          <ac:spMkLst>
            <pc:docMk/>
            <pc:sldMk cId="2673860648" sldId="273"/>
            <ac:spMk id="3" creationId="{96CAD79A-2839-A506-30B5-95C747083EA9}"/>
          </ac:spMkLst>
        </pc:spChg>
        <pc:spChg chg="mod">
          <ac:chgData name="Meg Burkes" userId="1efcd6318e7a8f65" providerId="LiveId" clId="{EB53E739-AD4D-4C5D-BF95-C80C9B77606B}" dt="2025-02-11T19:42:28.479" v="2179" actId="20577"/>
          <ac:spMkLst>
            <pc:docMk/>
            <pc:sldMk cId="2673860648" sldId="273"/>
            <ac:spMk id="16" creationId="{294B9FBF-46BA-C5B5-963A-508C0E47FCD6}"/>
          </ac:spMkLst>
        </pc:spChg>
        <pc:spChg chg="mod">
          <ac:chgData name="Meg Burkes" userId="1efcd6318e7a8f65" providerId="LiveId" clId="{EB53E739-AD4D-4C5D-BF95-C80C9B77606B}" dt="2025-02-11T19:42:36.241" v="2183" actId="14100"/>
          <ac:spMkLst>
            <pc:docMk/>
            <pc:sldMk cId="2673860648" sldId="273"/>
            <ac:spMk id="18" creationId="{721A08FF-6803-CF25-D906-63A42FA376E3}"/>
          </ac:spMkLst>
        </pc:spChg>
        <pc:graphicFrameChg chg="add mod">
          <ac:chgData name="Meg Burkes" userId="1efcd6318e7a8f65" providerId="LiveId" clId="{EB53E739-AD4D-4C5D-BF95-C80C9B77606B}" dt="2025-02-04T22:16:05.206" v="131"/>
          <ac:graphicFrameMkLst>
            <pc:docMk/>
            <pc:sldMk cId="2673860648" sldId="273"/>
            <ac:graphicFrameMk id="4" creationId="{DD69C7B0-AF0F-A44F-80B1-3DAB20BE6B75}"/>
          </ac:graphicFrameMkLst>
        </pc:graphicFrameChg>
      </pc:sldChg>
      <pc:sldChg chg="modSp mod">
        <pc:chgData name="Meg Burkes" userId="1efcd6318e7a8f65" providerId="LiveId" clId="{EB53E739-AD4D-4C5D-BF95-C80C9B77606B}" dt="2025-02-12T03:41:56.373" v="2320" actId="5793"/>
        <pc:sldMkLst>
          <pc:docMk/>
          <pc:sldMk cId="1745518777" sldId="274"/>
        </pc:sldMkLst>
        <pc:spChg chg="mod">
          <ac:chgData name="Meg Burkes" userId="1efcd6318e7a8f65" providerId="LiveId" clId="{EB53E739-AD4D-4C5D-BF95-C80C9B77606B}" dt="2025-02-12T03:41:56.373" v="2320" actId="5793"/>
          <ac:spMkLst>
            <pc:docMk/>
            <pc:sldMk cId="1745518777" sldId="274"/>
            <ac:spMk id="3" creationId="{66110D45-AB0D-7792-7E20-5BD9B2C53C71}"/>
          </ac:spMkLst>
        </pc:spChg>
        <pc:spChg chg="mod">
          <ac:chgData name="Meg Burkes" userId="1efcd6318e7a8f65" providerId="LiveId" clId="{EB53E739-AD4D-4C5D-BF95-C80C9B77606B}" dt="2025-02-11T19:42:43.592" v="2193" actId="20577"/>
          <ac:spMkLst>
            <pc:docMk/>
            <pc:sldMk cId="1745518777" sldId="274"/>
            <ac:spMk id="16" creationId="{294B9FBF-46BA-C5B5-963A-508C0E47FCD6}"/>
          </ac:spMkLst>
        </pc:spChg>
        <pc:spChg chg="mod">
          <ac:chgData name="Meg Burkes" userId="1efcd6318e7a8f65" providerId="LiveId" clId="{EB53E739-AD4D-4C5D-BF95-C80C9B77606B}" dt="2025-02-11T19:42:51.596" v="2199" actId="14100"/>
          <ac:spMkLst>
            <pc:docMk/>
            <pc:sldMk cId="1745518777" sldId="274"/>
            <ac:spMk id="18" creationId="{721A08FF-6803-CF25-D906-63A42FA376E3}"/>
          </ac:spMkLst>
        </pc:spChg>
      </pc:sldChg>
      <pc:sldChg chg="del">
        <pc:chgData name="Meg Burkes" userId="1efcd6318e7a8f65" providerId="LiveId" clId="{EB53E739-AD4D-4C5D-BF95-C80C9B77606B}" dt="2025-02-12T03:35:57.970" v="2259" actId="2696"/>
        <pc:sldMkLst>
          <pc:docMk/>
          <pc:sldMk cId="1918303233" sldId="275"/>
        </pc:sldMkLst>
      </pc:sldChg>
      <pc:sldChg chg="del">
        <pc:chgData name="Meg Burkes" userId="1efcd6318e7a8f65" providerId="LiveId" clId="{EB53E739-AD4D-4C5D-BF95-C80C9B77606B}" dt="2025-02-04T22:16:44.640" v="134" actId="2696"/>
        <pc:sldMkLst>
          <pc:docMk/>
          <pc:sldMk cId="2555654252" sldId="278"/>
        </pc:sldMkLst>
      </pc:sldChg>
      <pc:sldChg chg="addSp modSp mod">
        <pc:chgData name="Meg Burkes" userId="1efcd6318e7a8f65" providerId="LiveId" clId="{EB53E739-AD4D-4C5D-BF95-C80C9B77606B}" dt="2025-02-11T19:40:18.734" v="2092" actId="20577"/>
        <pc:sldMkLst>
          <pc:docMk/>
          <pc:sldMk cId="3839359429" sldId="279"/>
        </pc:sldMkLst>
        <pc:spChg chg="mod">
          <ac:chgData name="Meg Burkes" userId="1efcd6318e7a8f65" providerId="LiveId" clId="{EB53E739-AD4D-4C5D-BF95-C80C9B77606B}" dt="2025-02-04T22:09:51.130" v="22" actId="20577"/>
          <ac:spMkLst>
            <pc:docMk/>
            <pc:sldMk cId="3839359429" sldId="279"/>
            <ac:spMk id="3" creationId="{47705290-B4BD-7409-27C2-F441DA23D1CE}"/>
          </ac:spMkLst>
        </pc:spChg>
        <pc:spChg chg="add mod">
          <ac:chgData name="Meg Burkes" userId="1efcd6318e7a8f65" providerId="LiveId" clId="{EB53E739-AD4D-4C5D-BF95-C80C9B77606B}" dt="2025-02-11T19:29:38.649" v="1587" actId="1076"/>
          <ac:spMkLst>
            <pc:docMk/>
            <pc:sldMk cId="3839359429" sldId="279"/>
            <ac:spMk id="5" creationId="{A4606E4D-473F-CBC6-0487-63CCD079B791}"/>
          </ac:spMkLst>
        </pc:spChg>
        <pc:spChg chg="mod">
          <ac:chgData name="Meg Burkes" userId="1efcd6318e7a8f65" providerId="LiveId" clId="{EB53E739-AD4D-4C5D-BF95-C80C9B77606B}" dt="2025-02-11T19:40:18.734" v="2092" actId="20577"/>
          <ac:spMkLst>
            <pc:docMk/>
            <pc:sldMk cId="3839359429" sldId="279"/>
            <ac:spMk id="16" creationId="{93349559-B3CD-F85B-2F7A-47CEA33863FF}"/>
          </ac:spMkLst>
        </pc:spChg>
        <pc:picChg chg="mod">
          <ac:chgData name="Meg Burkes" userId="1efcd6318e7a8f65" providerId="LiveId" clId="{EB53E739-AD4D-4C5D-BF95-C80C9B77606B}" dt="2025-02-06T22:18:28.282" v="793" actId="1076"/>
          <ac:picMkLst>
            <pc:docMk/>
            <pc:sldMk cId="3839359429" sldId="279"/>
            <ac:picMk id="6" creationId="{2AF88A64-1D41-5F58-1C9C-26E1423442AF}"/>
          </ac:picMkLst>
        </pc:picChg>
      </pc:sldChg>
      <pc:sldChg chg="addSp modSp mod">
        <pc:chgData name="Meg Burkes" userId="1efcd6318e7a8f65" providerId="LiveId" clId="{EB53E739-AD4D-4C5D-BF95-C80C9B77606B}" dt="2025-02-11T19:40:27.837" v="2097" actId="20577"/>
        <pc:sldMkLst>
          <pc:docMk/>
          <pc:sldMk cId="1795258629" sldId="280"/>
        </pc:sldMkLst>
        <pc:spChg chg="mod">
          <ac:chgData name="Meg Burkes" userId="1efcd6318e7a8f65" providerId="LiveId" clId="{EB53E739-AD4D-4C5D-BF95-C80C9B77606B}" dt="2025-02-09T00:52:19.911" v="1112" actId="20577"/>
          <ac:spMkLst>
            <pc:docMk/>
            <pc:sldMk cId="1795258629" sldId="280"/>
            <ac:spMk id="2" creationId="{FE5E8CA0-40C6-C169-4187-49C947E5B204}"/>
          </ac:spMkLst>
        </pc:spChg>
        <pc:spChg chg="mod">
          <ac:chgData name="Meg Burkes" userId="1efcd6318e7a8f65" providerId="LiveId" clId="{EB53E739-AD4D-4C5D-BF95-C80C9B77606B}" dt="2025-02-10T22:00:38.368" v="1277" actId="12"/>
          <ac:spMkLst>
            <pc:docMk/>
            <pc:sldMk cId="1795258629" sldId="280"/>
            <ac:spMk id="3" creationId="{F178DB29-E44B-720D-D277-A4AA88DBAE37}"/>
          </ac:spMkLst>
        </pc:spChg>
        <pc:spChg chg="add mod">
          <ac:chgData name="Meg Burkes" userId="1efcd6318e7a8f65" providerId="LiveId" clId="{EB53E739-AD4D-4C5D-BF95-C80C9B77606B}" dt="2025-02-11T19:25:12.633" v="1450"/>
          <ac:spMkLst>
            <pc:docMk/>
            <pc:sldMk cId="1795258629" sldId="280"/>
            <ac:spMk id="4" creationId="{4F0A4F1A-0075-A2F8-2C91-B39844DD94D9}"/>
          </ac:spMkLst>
        </pc:spChg>
        <pc:spChg chg="mod">
          <ac:chgData name="Meg Burkes" userId="1efcd6318e7a8f65" providerId="LiveId" clId="{EB53E739-AD4D-4C5D-BF95-C80C9B77606B}" dt="2025-02-11T19:40:23.774" v="2095" actId="20577"/>
          <ac:spMkLst>
            <pc:docMk/>
            <pc:sldMk cId="1795258629" sldId="280"/>
            <ac:spMk id="16" creationId="{3EBFD05C-19A7-DFD0-8624-DADD2A6AB9F6}"/>
          </ac:spMkLst>
        </pc:spChg>
        <pc:spChg chg="mod">
          <ac:chgData name="Meg Burkes" userId="1efcd6318e7a8f65" providerId="LiveId" clId="{EB53E739-AD4D-4C5D-BF95-C80C9B77606B}" dt="2025-02-11T19:40:27.837" v="2097" actId="20577"/>
          <ac:spMkLst>
            <pc:docMk/>
            <pc:sldMk cId="1795258629" sldId="280"/>
            <ac:spMk id="18" creationId="{E5DB967E-4BE2-D2AA-B07B-0133968BB6C0}"/>
          </ac:spMkLst>
        </pc:spChg>
        <pc:picChg chg="add mod ord">
          <ac:chgData name="Meg Burkes" userId="1efcd6318e7a8f65" providerId="LiveId" clId="{EB53E739-AD4D-4C5D-BF95-C80C9B77606B}" dt="2025-02-09T00:52:13.551" v="1104" actId="1076"/>
          <ac:picMkLst>
            <pc:docMk/>
            <pc:sldMk cId="1795258629" sldId="280"/>
            <ac:picMk id="5" creationId="{71C729C5-54A4-B21A-59B7-81345EAA4076}"/>
          </ac:picMkLst>
        </pc:picChg>
        <pc:picChg chg="mod">
          <ac:chgData name="Meg Burkes" userId="1efcd6318e7a8f65" providerId="LiveId" clId="{EB53E739-AD4D-4C5D-BF95-C80C9B77606B}" dt="2025-02-09T00:52:12.866" v="1103" actId="1076"/>
          <ac:picMkLst>
            <pc:docMk/>
            <pc:sldMk cId="1795258629" sldId="280"/>
            <ac:picMk id="6" creationId="{0881D6F5-7CF6-D9EE-4A60-D318B25C3478}"/>
          </ac:picMkLst>
        </pc:picChg>
        <pc:picChg chg="mod">
          <ac:chgData name="Meg Burkes" userId="1efcd6318e7a8f65" providerId="LiveId" clId="{EB53E739-AD4D-4C5D-BF95-C80C9B77606B}" dt="2025-02-09T00:52:12.138" v="1102" actId="1076"/>
          <ac:picMkLst>
            <pc:docMk/>
            <pc:sldMk cId="1795258629" sldId="280"/>
            <ac:picMk id="8" creationId="{65AAD3AC-5502-769F-D9CE-9D5D2C3B29B3}"/>
          </ac:picMkLst>
        </pc:picChg>
      </pc:sldChg>
      <pc:sldChg chg="addSp modSp mod modAnim">
        <pc:chgData name="Meg Burkes" userId="1efcd6318e7a8f65" providerId="LiveId" clId="{EB53E739-AD4D-4C5D-BF95-C80C9B77606B}" dt="2025-02-11T19:40:51.467" v="2117" actId="20577"/>
        <pc:sldMkLst>
          <pc:docMk/>
          <pc:sldMk cId="2191073420" sldId="281"/>
        </pc:sldMkLst>
        <pc:spChg chg="mod">
          <ac:chgData name="Meg Burkes" userId="1efcd6318e7a8f65" providerId="LiveId" clId="{EB53E739-AD4D-4C5D-BF95-C80C9B77606B}" dt="2025-02-10T22:27:42.767" v="1445" actId="20577"/>
          <ac:spMkLst>
            <pc:docMk/>
            <pc:sldMk cId="2191073420" sldId="281"/>
            <ac:spMk id="3" creationId="{15758A84-0D24-6739-EA0F-FB82DCD7E68A}"/>
          </ac:spMkLst>
        </pc:spChg>
        <pc:spChg chg="add mod">
          <ac:chgData name="Meg Burkes" userId="1efcd6318e7a8f65" providerId="LiveId" clId="{EB53E739-AD4D-4C5D-BF95-C80C9B77606B}" dt="2025-02-11T19:25:21.202" v="1452"/>
          <ac:spMkLst>
            <pc:docMk/>
            <pc:sldMk cId="2191073420" sldId="281"/>
            <ac:spMk id="7" creationId="{8B323426-A556-C626-7512-6F5C95E1276C}"/>
          </ac:spMkLst>
        </pc:spChg>
        <pc:spChg chg="mod">
          <ac:chgData name="Meg Burkes" userId="1efcd6318e7a8f65" providerId="LiveId" clId="{EB53E739-AD4D-4C5D-BF95-C80C9B77606B}" dt="2025-02-11T19:40:47.475" v="2115" actId="20577"/>
          <ac:spMkLst>
            <pc:docMk/>
            <pc:sldMk cId="2191073420" sldId="281"/>
            <ac:spMk id="16" creationId="{D7B00215-68E6-196D-C65F-4039AB6510E3}"/>
          </ac:spMkLst>
        </pc:spChg>
        <pc:spChg chg="mod">
          <ac:chgData name="Meg Burkes" userId="1efcd6318e7a8f65" providerId="LiveId" clId="{EB53E739-AD4D-4C5D-BF95-C80C9B77606B}" dt="2025-02-11T19:40:51.467" v="2117" actId="20577"/>
          <ac:spMkLst>
            <pc:docMk/>
            <pc:sldMk cId="2191073420" sldId="281"/>
            <ac:spMk id="18" creationId="{CC3160E7-CCEB-A13D-D7F9-3FCCDF5433F4}"/>
          </ac:spMkLst>
        </pc:spChg>
        <pc:graphicFrameChg chg="add mod modGraphic">
          <ac:chgData name="Meg Burkes" userId="1efcd6318e7a8f65" providerId="LiveId" clId="{EB53E739-AD4D-4C5D-BF95-C80C9B77606B}" dt="2025-02-10T22:27:18.874" v="1436" actId="1076"/>
          <ac:graphicFrameMkLst>
            <pc:docMk/>
            <pc:sldMk cId="2191073420" sldId="281"/>
            <ac:graphicFrameMk id="5" creationId="{308DF4C4-FE99-28C7-43BD-39CB633D9EC6}"/>
          </ac:graphicFrameMkLst>
        </pc:graphicFrameChg>
        <pc:picChg chg="add mod">
          <ac:chgData name="Meg Burkes" userId="1efcd6318e7a8f65" providerId="LiveId" clId="{EB53E739-AD4D-4C5D-BF95-C80C9B77606B}" dt="2025-02-09T00:55:44.009" v="1115" actId="1076"/>
          <ac:picMkLst>
            <pc:docMk/>
            <pc:sldMk cId="2191073420" sldId="281"/>
            <ac:picMk id="4" creationId="{55D22389-44F8-AF87-6AA9-168B7777E21C}"/>
          </ac:picMkLst>
        </pc:picChg>
      </pc:sldChg>
      <pc:sldChg chg="addSp modSp mod ord">
        <pc:chgData name="Meg Burkes" userId="1efcd6318e7a8f65" providerId="LiveId" clId="{EB53E739-AD4D-4C5D-BF95-C80C9B77606B}" dt="2025-02-12T04:07:49.163" v="2345" actId="20577"/>
        <pc:sldMkLst>
          <pc:docMk/>
          <pc:sldMk cId="301552246" sldId="282"/>
        </pc:sldMkLst>
        <pc:spChg chg="mod">
          <ac:chgData name="Meg Burkes" userId="1efcd6318e7a8f65" providerId="LiveId" clId="{EB53E739-AD4D-4C5D-BF95-C80C9B77606B}" dt="2025-02-12T04:07:49.163" v="2345" actId="20577"/>
          <ac:spMkLst>
            <pc:docMk/>
            <pc:sldMk cId="301552246" sldId="282"/>
            <ac:spMk id="3" creationId="{DA61A2BE-9E7F-1424-F7D6-E99663CE6EF3}"/>
          </ac:spMkLst>
        </pc:spChg>
        <pc:spChg chg="add mod">
          <ac:chgData name="Meg Burkes" userId="1efcd6318e7a8f65" providerId="LiveId" clId="{EB53E739-AD4D-4C5D-BF95-C80C9B77606B}" dt="2025-02-11T19:30:17.808" v="1685" actId="20577"/>
          <ac:spMkLst>
            <pc:docMk/>
            <pc:sldMk cId="301552246" sldId="282"/>
            <ac:spMk id="4" creationId="{132695DC-A39C-7B67-BCDB-54855BFBF96E}"/>
          </ac:spMkLst>
        </pc:spChg>
        <pc:spChg chg="mod">
          <ac:chgData name="Meg Burkes" userId="1efcd6318e7a8f65" providerId="LiveId" clId="{EB53E739-AD4D-4C5D-BF95-C80C9B77606B}" dt="2025-02-11T19:41:20.411" v="2127" actId="20577"/>
          <ac:spMkLst>
            <pc:docMk/>
            <pc:sldMk cId="301552246" sldId="282"/>
            <ac:spMk id="16" creationId="{2789E54D-AA19-C66B-F3A4-887D17E2B2AC}"/>
          </ac:spMkLst>
        </pc:spChg>
        <pc:spChg chg="mod">
          <ac:chgData name="Meg Burkes" userId="1efcd6318e7a8f65" providerId="LiveId" clId="{EB53E739-AD4D-4C5D-BF95-C80C9B77606B}" dt="2025-02-11T19:41:15.008" v="2119" actId="20577"/>
          <ac:spMkLst>
            <pc:docMk/>
            <pc:sldMk cId="301552246" sldId="282"/>
            <ac:spMk id="18" creationId="{A97FB7F2-132A-931D-B989-53FCCB8C17E4}"/>
          </ac:spMkLst>
        </pc:spChg>
        <pc:picChg chg="mod">
          <ac:chgData name="Meg Burkes" userId="1efcd6318e7a8f65" providerId="LiveId" clId="{EB53E739-AD4D-4C5D-BF95-C80C9B77606B}" dt="2025-02-12T03:52:48.678" v="2333" actId="1076"/>
          <ac:picMkLst>
            <pc:docMk/>
            <pc:sldMk cId="301552246" sldId="282"/>
            <ac:picMk id="7" creationId="{B03FAA6E-B8B2-C0A4-655A-AFB23C87DE47}"/>
          </ac:picMkLst>
        </pc:picChg>
      </pc:sldChg>
      <pc:sldChg chg="addSp modSp mod">
        <pc:chgData name="Meg Burkes" userId="1efcd6318e7a8f65" providerId="LiveId" clId="{EB53E739-AD4D-4C5D-BF95-C80C9B77606B}" dt="2025-02-11T19:41:30.544" v="2137" actId="20577"/>
        <pc:sldMkLst>
          <pc:docMk/>
          <pc:sldMk cId="2517689335" sldId="283"/>
        </pc:sldMkLst>
        <pc:spChg chg="mod">
          <ac:chgData name="Meg Burkes" userId="1efcd6318e7a8f65" providerId="LiveId" clId="{EB53E739-AD4D-4C5D-BF95-C80C9B77606B}" dt="2025-02-06T17:25:23.337" v="598" actId="15"/>
          <ac:spMkLst>
            <pc:docMk/>
            <pc:sldMk cId="2517689335" sldId="283"/>
            <ac:spMk id="3" creationId="{8F10A3E1-E018-53EE-0C03-231F3F6BF135}"/>
          </ac:spMkLst>
        </pc:spChg>
        <pc:spChg chg="add mod">
          <ac:chgData name="Meg Burkes" userId="1efcd6318e7a8f65" providerId="LiveId" clId="{EB53E739-AD4D-4C5D-BF95-C80C9B77606B}" dt="2025-02-11T19:30:35.945" v="1745" actId="20577"/>
          <ac:spMkLst>
            <pc:docMk/>
            <pc:sldMk cId="2517689335" sldId="283"/>
            <ac:spMk id="5" creationId="{D8387069-D103-3657-2B8F-585929896B3E}"/>
          </ac:spMkLst>
        </pc:spChg>
        <pc:spChg chg="mod">
          <ac:chgData name="Meg Burkes" userId="1efcd6318e7a8f65" providerId="LiveId" clId="{EB53E739-AD4D-4C5D-BF95-C80C9B77606B}" dt="2025-02-11T19:41:26.896" v="2135" actId="20577"/>
          <ac:spMkLst>
            <pc:docMk/>
            <pc:sldMk cId="2517689335" sldId="283"/>
            <ac:spMk id="16" creationId="{7CF6CB0F-113F-0BA6-CE33-76C6E207123F}"/>
          </ac:spMkLst>
        </pc:spChg>
        <pc:spChg chg="mod">
          <ac:chgData name="Meg Burkes" userId="1efcd6318e7a8f65" providerId="LiveId" clId="{EB53E739-AD4D-4C5D-BF95-C80C9B77606B}" dt="2025-02-11T19:41:30.544" v="2137" actId="20577"/>
          <ac:spMkLst>
            <pc:docMk/>
            <pc:sldMk cId="2517689335" sldId="283"/>
            <ac:spMk id="18" creationId="{42BAC894-8B05-F412-43EC-8BF05FB0B796}"/>
          </ac:spMkLst>
        </pc:spChg>
        <pc:picChg chg="mod">
          <ac:chgData name="Meg Burkes" userId="1efcd6318e7a8f65" providerId="LiveId" clId="{EB53E739-AD4D-4C5D-BF95-C80C9B77606B}" dt="2025-02-11T19:16:19.374" v="1446" actId="1076"/>
          <ac:picMkLst>
            <pc:docMk/>
            <pc:sldMk cId="2517689335" sldId="283"/>
            <ac:picMk id="4" creationId="{9520DA54-A40E-0DA1-997C-801929581CA5}"/>
          </ac:picMkLst>
        </pc:picChg>
      </pc:sldChg>
      <pc:sldChg chg="addSp modSp mod">
        <pc:chgData name="Meg Burkes" userId="1efcd6318e7a8f65" providerId="LiveId" clId="{EB53E739-AD4D-4C5D-BF95-C80C9B77606B}" dt="2025-02-11T19:31:00.836" v="1808" actId="14100"/>
        <pc:sldMkLst>
          <pc:docMk/>
          <pc:sldMk cId="718924502" sldId="284"/>
        </pc:sldMkLst>
        <pc:spChg chg="add mod">
          <ac:chgData name="Meg Burkes" userId="1efcd6318e7a8f65" providerId="LiveId" clId="{EB53E739-AD4D-4C5D-BF95-C80C9B77606B}" dt="2025-02-11T19:31:00.836" v="1808" actId="14100"/>
          <ac:spMkLst>
            <pc:docMk/>
            <pc:sldMk cId="718924502" sldId="284"/>
            <ac:spMk id="4" creationId="{0411783C-E207-8E05-ECE8-15928F553099}"/>
          </ac:spMkLst>
        </pc:spChg>
      </pc:sldChg>
      <pc:sldChg chg="addSp modSp mod ord">
        <pc:chgData name="Meg Burkes" userId="1efcd6318e7a8f65" providerId="LiveId" clId="{EB53E739-AD4D-4C5D-BF95-C80C9B77606B}" dt="2025-02-12T03:30:49.557" v="2204"/>
        <pc:sldMkLst>
          <pc:docMk/>
          <pc:sldMk cId="4166543412" sldId="285"/>
        </pc:sldMkLst>
        <pc:spChg chg="mod">
          <ac:chgData name="Meg Burkes" userId="1efcd6318e7a8f65" providerId="LiveId" clId="{EB53E739-AD4D-4C5D-BF95-C80C9B77606B}" dt="2025-02-12T03:29:47.146" v="2202" actId="20577"/>
          <ac:spMkLst>
            <pc:docMk/>
            <pc:sldMk cId="4166543412" sldId="285"/>
            <ac:spMk id="3" creationId="{AB0A6538-E137-ABB5-D0C5-458F6DAFC4BC}"/>
          </ac:spMkLst>
        </pc:spChg>
        <pc:spChg chg="add mod">
          <ac:chgData name="Meg Burkes" userId="1efcd6318e7a8f65" providerId="LiveId" clId="{EB53E739-AD4D-4C5D-BF95-C80C9B77606B}" dt="2025-02-11T19:31:37.957" v="1918" actId="20577"/>
          <ac:spMkLst>
            <pc:docMk/>
            <pc:sldMk cId="4166543412" sldId="285"/>
            <ac:spMk id="7" creationId="{D3844795-A813-0081-ACDB-84CC2F7CF604}"/>
          </ac:spMkLst>
        </pc:spChg>
        <pc:spChg chg="mod">
          <ac:chgData name="Meg Burkes" userId="1efcd6318e7a8f65" providerId="LiveId" clId="{EB53E739-AD4D-4C5D-BF95-C80C9B77606B}" dt="2025-02-11T19:41:48.937" v="2155" actId="20577"/>
          <ac:spMkLst>
            <pc:docMk/>
            <pc:sldMk cId="4166543412" sldId="285"/>
            <ac:spMk id="16" creationId="{D07A0D8C-FC9E-B973-6E82-B1C910F18906}"/>
          </ac:spMkLst>
        </pc:spChg>
        <pc:spChg chg="mod">
          <ac:chgData name="Meg Burkes" userId="1efcd6318e7a8f65" providerId="LiveId" clId="{EB53E739-AD4D-4C5D-BF95-C80C9B77606B}" dt="2025-02-11T19:42:01.380" v="2159" actId="14100"/>
          <ac:spMkLst>
            <pc:docMk/>
            <pc:sldMk cId="4166543412" sldId="285"/>
            <ac:spMk id="18" creationId="{D383B8CC-8219-7B14-37FD-22279383CA9E}"/>
          </ac:spMkLst>
        </pc:spChg>
      </pc:sldChg>
      <pc:sldChg chg="addSp modSp mod ord">
        <pc:chgData name="Meg Burkes" userId="1efcd6318e7a8f65" providerId="LiveId" clId="{EB53E739-AD4D-4C5D-BF95-C80C9B77606B}" dt="2025-02-12T03:34:00.633" v="2208"/>
        <pc:sldMkLst>
          <pc:docMk/>
          <pc:sldMk cId="4093734683" sldId="286"/>
        </pc:sldMkLst>
        <pc:spChg chg="mod">
          <ac:chgData name="Meg Burkes" userId="1efcd6318e7a8f65" providerId="LiveId" clId="{EB53E739-AD4D-4C5D-BF95-C80C9B77606B}" dt="2025-02-12T03:26:12.013" v="2200" actId="14100"/>
          <ac:spMkLst>
            <pc:docMk/>
            <pc:sldMk cId="4093734683" sldId="286"/>
            <ac:spMk id="3" creationId="{613EBFC9-D6F2-1C23-A5EB-708504CB35DC}"/>
          </ac:spMkLst>
        </pc:spChg>
        <pc:spChg chg="add mod">
          <ac:chgData name="Meg Burkes" userId="1efcd6318e7a8f65" providerId="LiveId" clId="{EB53E739-AD4D-4C5D-BF95-C80C9B77606B}" dt="2025-02-11T19:31:19.769" v="1858" actId="20577"/>
          <ac:spMkLst>
            <pc:docMk/>
            <pc:sldMk cId="4093734683" sldId="286"/>
            <ac:spMk id="4" creationId="{0A1CDF44-F3B6-B91B-05E1-46F641439908}"/>
          </ac:spMkLst>
        </pc:spChg>
        <pc:spChg chg="mod">
          <ac:chgData name="Meg Burkes" userId="1efcd6318e7a8f65" providerId="LiveId" clId="{EB53E739-AD4D-4C5D-BF95-C80C9B77606B}" dt="2025-02-11T19:41:36.773" v="2145" actId="20577"/>
          <ac:spMkLst>
            <pc:docMk/>
            <pc:sldMk cId="4093734683" sldId="286"/>
            <ac:spMk id="16" creationId="{B53356B0-52AF-235A-1B7B-647434B3C4E7}"/>
          </ac:spMkLst>
        </pc:spChg>
        <pc:spChg chg="mod">
          <ac:chgData name="Meg Burkes" userId="1efcd6318e7a8f65" providerId="LiveId" clId="{EB53E739-AD4D-4C5D-BF95-C80C9B77606B}" dt="2025-02-11T19:41:40.068" v="2147" actId="20577"/>
          <ac:spMkLst>
            <pc:docMk/>
            <pc:sldMk cId="4093734683" sldId="286"/>
            <ac:spMk id="18" creationId="{2B222B01-D42A-F1CE-EC5A-3F70CED00D1D}"/>
          </ac:spMkLst>
        </pc:spChg>
      </pc:sldChg>
      <pc:sldChg chg="add">
        <pc:chgData name="Meg Burkes" userId="1efcd6318e7a8f65" providerId="LiveId" clId="{EB53E739-AD4D-4C5D-BF95-C80C9B77606B}" dt="2025-02-06T17:45:34.938" v="649" actId="2890"/>
        <pc:sldMkLst>
          <pc:docMk/>
          <pc:sldMk cId="2845331801" sldId="287"/>
        </pc:sldMkLst>
      </pc:sldChg>
      <pc:sldChg chg="addSp delSp modSp mod">
        <pc:chgData name="Meg Burkes" userId="1efcd6318e7a8f65" providerId="LiveId" clId="{EB53E739-AD4D-4C5D-BF95-C80C9B77606B}" dt="2025-02-12T03:55:17.690" v="2342" actId="1076"/>
        <pc:sldMkLst>
          <pc:docMk/>
          <pc:sldMk cId="3492160932" sldId="287"/>
        </pc:sldMkLst>
        <pc:spChg chg="mod">
          <ac:chgData name="Meg Burkes" userId="1efcd6318e7a8f65" providerId="LiveId" clId="{EB53E739-AD4D-4C5D-BF95-C80C9B77606B}" dt="2025-02-06T17:45:54.636" v="658" actId="12"/>
          <ac:spMkLst>
            <pc:docMk/>
            <pc:sldMk cId="3492160932" sldId="287"/>
            <ac:spMk id="3" creationId="{B2068F8D-589C-351D-63DD-B8FC0E7C639D}"/>
          </ac:spMkLst>
        </pc:spChg>
        <pc:spChg chg="add mod">
          <ac:chgData name="Meg Burkes" userId="1efcd6318e7a8f65" providerId="LiveId" clId="{EB53E739-AD4D-4C5D-BF95-C80C9B77606B}" dt="2025-02-11T19:29:59.619" v="1635" actId="20577"/>
          <ac:spMkLst>
            <pc:docMk/>
            <pc:sldMk cId="3492160932" sldId="287"/>
            <ac:spMk id="4" creationId="{B128E673-327E-EB85-F7E9-06AC42AE5D0E}"/>
          </ac:spMkLst>
        </pc:spChg>
        <pc:spChg chg="mod">
          <ac:chgData name="Meg Burkes" userId="1efcd6318e7a8f65" providerId="LiveId" clId="{EB53E739-AD4D-4C5D-BF95-C80C9B77606B}" dt="2025-02-11T19:40:36.015" v="2105" actId="20577"/>
          <ac:spMkLst>
            <pc:docMk/>
            <pc:sldMk cId="3492160932" sldId="287"/>
            <ac:spMk id="16" creationId="{88BFEDC2-4053-6186-4F70-4A7A04D2ACA3}"/>
          </ac:spMkLst>
        </pc:spChg>
        <pc:spChg chg="mod">
          <ac:chgData name="Meg Burkes" userId="1efcd6318e7a8f65" providerId="LiveId" clId="{EB53E739-AD4D-4C5D-BF95-C80C9B77606B}" dt="2025-02-11T19:40:39.898" v="2107" actId="20577"/>
          <ac:spMkLst>
            <pc:docMk/>
            <pc:sldMk cId="3492160932" sldId="287"/>
            <ac:spMk id="18" creationId="{BF2CC6A8-0F92-BA39-B4CA-EDB52AB1A14F}"/>
          </ac:spMkLst>
        </pc:spChg>
        <pc:picChg chg="del">
          <ac:chgData name="Meg Burkes" userId="1efcd6318e7a8f65" providerId="LiveId" clId="{EB53E739-AD4D-4C5D-BF95-C80C9B77606B}" dt="2025-02-12T03:55:13.370" v="2340" actId="478"/>
          <ac:picMkLst>
            <pc:docMk/>
            <pc:sldMk cId="3492160932" sldId="287"/>
            <ac:picMk id="11" creationId="{3CBF6F0F-5E00-9149-52F4-2E44FD6FCF56}"/>
          </ac:picMkLst>
        </pc:picChg>
        <pc:picChg chg="add del">
          <ac:chgData name="Meg Burkes" userId="1efcd6318e7a8f65" providerId="LiveId" clId="{EB53E739-AD4D-4C5D-BF95-C80C9B77606B}" dt="2025-02-12T03:55:11.298" v="2339" actId="478"/>
          <ac:picMkLst>
            <pc:docMk/>
            <pc:sldMk cId="3492160932" sldId="287"/>
            <ac:picMk id="13" creationId="{7C73086A-409E-F6A2-FABD-E6DB5C6CCE87}"/>
          </ac:picMkLst>
        </pc:picChg>
        <pc:picChg chg="del">
          <ac:chgData name="Meg Burkes" userId="1efcd6318e7a8f65" providerId="LiveId" clId="{EB53E739-AD4D-4C5D-BF95-C80C9B77606B}" dt="2025-02-12T03:55:15.323" v="2341" actId="478"/>
          <ac:picMkLst>
            <pc:docMk/>
            <pc:sldMk cId="3492160932" sldId="287"/>
            <ac:picMk id="15" creationId="{9EFC3B8E-E5F8-F942-1F24-357C07D09505}"/>
          </ac:picMkLst>
        </pc:picChg>
        <pc:picChg chg="add mod">
          <ac:chgData name="Meg Burkes" userId="1efcd6318e7a8f65" providerId="LiveId" clId="{EB53E739-AD4D-4C5D-BF95-C80C9B77606B}" dt="2025-02-12T03:55:17.690" v="2342" actId="1076"/>
          <ac:picMkLst>
            <pc:docMk/>
            <pc:sldMk cId="3492160932" sldId="287"/>
            <ac:picMk id="17" creationId="{E701996D-B910-1C67-D810-6DA9A73616F0}"/>
          </ac:picMkLst>
        </pc:picChg>
      </pc:sldChg>
      <pc:sldChg chg="del">
        <pc:chgData name="Meg Burkes" userId="1efcd6318e7a8f65" providerId="LiveId" clId="{EB53E739-AD4D-4C5D-BF95-C80C9B77606B}" dt="2025-02-06T17:45:39.331" v="650" actId="2696"/>
        <pc:sldMkLst>
          <pc:docMk/>
          <pc:sldMk cId="2845331801" sldId="288"/>
        </pc:sldMkLst>
      </pc:sldChg>
      <pc:sldChg chg="add del">
        <pc:chgData name="Meg Burkes" userId="1efcd6318e7a8f65" providerId="LiveId" clId="{EB53E739-AD4D-4C5D-BF95-C80C9B77606B}" dt="2025-02-04T22:16:18.670" v="133" actId="2696"/>
        <pc:sldMkLst>
          <pc:docMk/>
          <pc:sldMk cId="1141666437" sldId="303"/>
        </pc:sldMkLst>
      </pc:sldChg>
      <pc:sldChg chg="add del">
        <pc:chgData name="Meg Burkes" userId="1efcd6318e7a8f65" providerId="LiveId" clId="{EB53E739-AD4D-4C5D-BF95-C80C9B77606B}" dt="2025-02-04T22:15:06.093" v="126" actId="47"/>
        <pc:sldMkLst>
          <pc:docMk/>
          <pc:sldMk cId="2501177782" sldId="304"/>
        </pc:sldMkLst>
      </pc:sldChg>
    </pc:docChg>
  </pc:docChgLst>
  <pc:docChgLst>
    <pc:chgData name="Guest User" providerId="Windows Live" clId="Web-{653C6D9B-BB0B-001A-C028-3B0D8310F652}"/>
    <pc:docChg chg="modSld">
      <pc:chgData name="Guest User" userId="" providerId="Windows Live" clId="Web-{653C6D9B-BB0B-001A-C028-3B0D8310F652}" dt="2025-02-12T03:52:54.800" v="18" actId="20577"/>
      <pc:docMkLst>
        <pc:docMk/>
      </pc:docMkLst>
      <pc:sldChg chg="modSp">
        <pc:chgData name="Guest User" userId="" providerId="Windows Live" clId="Web-{653C6D9B-BB0B-001A-C028-3B0D8310F652}" dt="2025-02-12T03:52:54.800" v="18" actId="20577"/>
        <pc:sldMkLst>
          <pc:docMk/>
          <pc:sldMk cId="3336194316" sldId="271"/>
        </pc:sldMkLst>
        <pc:spChg chg="mod">
          <ac:chgData name="Guest User" userId="" providerId="Windows Live" clId="Web-{653C6D9B-BB0B-001A-C028-3B0D8310F652}" dt="2025-02-12T03:52:54.800" v="18" actId="20577"/>
          <ac:spMkLst>
            <pc:docMk/>
            <pc:sldMk cId="3336194316" sldId="271"/>
            <ac:spMk id="3" creationId="{66110D45-AB0D-7792-7E20-5BD9B2C53C71}"/>
          </ac:spMkLst>
        </pc:spChg>
      </pc:sldChg>
    </pc:docChg>
  </pc:docChgLst>
</pc:chgInfo>
</file>

<file path=ppt/comments/modernComment_11C_2AD9EA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7F3849-5612-44AE-BFBF-DEFECEBBE19B}" authorId="{95582667-6102-27E7-ED8E-01A166EB4B6B}" created="2025-02-09T21:54:55.854">
    <pc:sldMkLst xmlns:pc="http://schemas.microsoft.com/office/powerpoint/2013/main/command">
      <pc:docMk/>
      <pc:sldMk cId="718924502" sldId="284"/>
    </pc:sldMkLst>
    <p188:txBody>
      <a:bodyPr/>
      <a:lstStyle/>
      <a:p>
        <a:r>
          <a:rPr lang="en-US"/>
          <a:t>Mention that although this isn't exactly testing, the budget is one of our measurable constraints that we are sure we will adhere to.</a:t>
        </a:r>
      </a:p>
    </p188:txBody>
  </p188:cm>
</p188:cmLst>
</file>

<file path=ppt/comments/modernComment_117_E4D7F9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E870D7-7AE9-4B92-87F8-482DA1E11190}" authorId="{95582667-6102-27E7-ED8E-01A166EB4B6B}" created="2025-02-09T21:07:21.453">
    <pc:sldMkLst xmlns:pc="http://schemas.microsoft.com/office/powerpoint/2013/main/command">
      <pc:docMk/>
      <pc:sldMk cId="3839359429" sldId="279"/>
    </pc:sldMkLst>
    <p188:txBody>
      <a:bodyPr/>
      <a:lstStyle/>
      <a:p>
        <a:r>
          <a:rPr lang="en-US"/>
          <a:t>Picture mainly refers to Test #2, comparing current from battery vs. from charge controller.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2T03:58:06.3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10078 8409 3199 0 0,'-3'-1'3424'0'0,"-2"-1"-2432"0"0,-1 1-224 0 0,1 0-672 0 0,-1 0 0 0 0,2 1 256 0 0,0 1-192 0 0,0 1 160 0 0,1 1-192 0 0,0 0 0 0 0,1 0 0 0 0,0 0 32 0 0,1 1 0 0 0,-1-1 32 0 0,1 1-32 0 0,0-1 32 0 0,-1 1 0 0 0,1-1 0 0 0,0 0 32 0 0,1 1-128 0 0,-1 0 0 0 0,1 0-32 0 0,0 1 32 0 0,0-1-96 0 0,1 1 0 0 0,0 0 0 0 0,-1 1 64 0 0,1 0-64 0 0,0 0 0 0 0,0 0 0 0 0,0 0 0 0 0,-1-1 0 0 0,1 1 0 0 0,0-1 0 0 0,0 0 0 0 0,0-1 0 0 0,0 0 0 0 0,0-2 544 0 0,0-1-480 0 0,-1-2 32 0 0,-1-1-32 0 0,0-1 32 0 0,0-1 0 0 0,-1 0 0 0 0,1-1-96 0 0,-1 0 64 0 0,-1 0-64 0 0,1 0 64 0 0,0 0-64 0 0,0-1 0 0 0,-1 1 0 0 0,0-1 64 0 0,0 1-64 0 0,0-1 0 0 0,1 1 0 0 0,-1 0 64 0 0,1 0-64 0 0,0 1 64 0 0,0 0-64 0 0,0 0 64 0 0,0 2 320 0 0,0 0-384 0 0,0 3 0 0 0,0 1 0 0 0,1 2 0 0 0,0 1 0 0 0,1 0 0 0 0,-1 2 0 0 0,1 0 0 0 0,0 0 0 0 0,0 1 0 0 0,1-1 0 0 0,0 1 0 0 0,0-1 0 0 0,-1 1 0 0 0,1 0 0 0 0,-1-1 0 0 0,0 0 0 0 0,0 0 0 0 0,1-1 0 0 0,-1 1 0 0 0,1-2 0 0 0,0 1 0 0 0,-1 0 0 0 0,0-1 0 0 0,0 0 0 0 0,0 0 0 0 0,0 0 0 0 0,0 0 0 0 0,0-1 0 0 0,0-2 192 0 0,0 0-128 0 0,-1-2-64 0 0,0-1 0 0 0,-1-2 96 0 0,1-1 0 0 0,0 0-32 0 0,-1-2 96 0 0,0-1-160 0 0,0 0 96 0 0,1 0-32 0 0,-1 1-64 0 0,0 0 64 0 0,0 1-64 0 0,1 0 64 0 0,-1 1-64 0 0,0 0 64 0 0,0-1-64 0 0,1 1 64 0 0,0-1-64 0 0,-1 0 0 0 0,1 1 64 0 0,0-1-64 0 0,-1 0 0 0 0,1 1 0 0 0,0 0 64 0 0,0 0 64 0 0,-1 2 0 0 0,0 2-64 0 0,0 1-64 0 0,1 2 0 0 0,0 1 0 0 0,0 2 0 0 0,1 0 0 0 0,0 0 0 0 0,1 0 0 0 0,0-1 0 0 0,-1 0 0 0 0,1-1 0 0 0,0 0 0 0 0,0-1 0 0 0,0 1 0 0 0,-1 0 0 0 0,1 0 0 0 0,0-1 0 0 0,0 1 0 0 0,-1 0 0 0 0,1-1 0 0 0,-1 0 0 0 0,0 1 0 0 0,0-1 0 0 0,0 0 0 0 0,0 0 64 0 0,-1 0 64 0 0,0-2-128 0 0,0-1 0 0 0,-1-1 0 0 0,0-1 64 0 0,0-1-64 0 0,0 0 0 0 0,0-2 0 0 0,0 0 64 0 0,-1 0-64 0 0,0 0 0 0 0,1 0 0 0 0,0 0 96 0 0,0 1-96 0 0,0-1 64 0 0,0 1-64 0 0,1 0 0 0 0,0 0 0 0 0,-1 1 64 0 0,1-1-64 0 0,0 1 0 0 0,0 0 576 0 0,-1 3-576 0 0,1 1 0 0 0,0 1 0 0 0,1 2 0 0 0,1 0 0 0 0,0 0 64 0 0,0 1-64 0 0,0 0 0 0 0,0 1 0 0 0,1-1 0 0 0,-1 1 0 0 0,0-1 0 0 0,0 1 0 0 0,0-1 0 0 0,0 0 0 0 0,0 0 0 0 0,1-1 0 0 0,-1 0 0 0 0,0-1 0 0 0,0 1 0 0 0,0-2 64 0 0,-1-2-64 0 0,0-2 0 0 0,0-1 0 0 0,0 0 0 0 0,0-2 0 0 0,-1 1 0 0 0,1-1 0 0 0,-1-1 0 0 0,0 1 0 0 0,0 0 0 0 0,0 1 0 0 0,0-1 0 0 0,1 1 0 0 0,-1 0 0 0 0,1 0 0 0 0,-1 0 0 0 0,1 1 0 0 0,-1 0 0 0 0,0 1 0 0 0,1 1 0 0 0,0 2 0 0 0,0 1 0 0 0,0 2 0 0 0,1 0 0 0 0,0 2 0 0 0,-1 0 0 0 0,1 0 0 0 0,0 1 0 0 0,0-1 0 0 0,0 0 0 0 0,1 0 0 0 0,-1 0 0 0 0,0 0 0 0 0,0 0 0 0 0,0 0 0 0 0,0-1 0 0 0,0 1 0 0 0,0-1 0 0 0,0 0 0 0 0,0 0 0 0 0,0-1 0 0 0,0 1 0 0 0,-1 0 0 0 0,1 0 0 0 0,0 0 0 0 0,0-1 0 0 0,-1 1 0 0 0,1-1 0 0 0,-1-1 0 0 0,0-2 0 0 0,0-1 0 0 0,-1-3 0 0 0,0 0 0 0 0,0-1 0 0 0,0-1 0 0 0,-1 0 0 0 0,1 0 0 0 0,0 0 0 0 0,-1 1 0 0 0,1-1 0 0 0,0 0 0 0 0,0 1 0 0 0,0 0 0 0 0,0 0 0 0 0,0 1 0 0 0,1-1 0 0 0,-1 2 0 0 0,0 1 0 0 0,0 2 0 0 0,1 2 0 0 0,0 1 0 0 0,0 1 0 0 0,1 1 0 0 0,0 1 0 0 0,0 0 0 0 0,0 0 0 0 0,1-1 0 0 0,-1 1 0 0 0,0 0 0 0 0,0 0 0 0 0,0 0 0 0 0,1 0 0 0 0,-1 1 0 0 0,0-1 0 0 0,1 0 0 0 0,-1-1 0 0 0,0 1 0 0 0,0-1 0 0 0,-1 0 0 0 0,0-2 0 0 0,0 0 0 0 0,0 0 0 0 0,0-1 0 0 0,0 0 0 0 0,-1-3 0 0 0,-1 0 0 0 0,1-2 0 0 0,-1-1 0 0 0,1 0 0 0 0,0-1-96 0 0,-1 0 96 0 0,1 0 0 0 0,-1 0 0 0 0,1-1 0 0 0,-1 0 0 0 0,1 0 0 0 0,-1 0 0 0 0,1-1 0 0 0,0 1 0 0 0,0 0 0 0 0,0-1 0 0 0,0 1 0 0 0,0 1 0 0 0,0 0 0 0 0,1 0 0 0 0,-1 0 0 0 0,1 1 0 0 0,0 0 0 0 0,-1 2 0 0 0,1 1 0 0 0,0 1 0 0 0,1 2 96 0 0,-1 1-96 0 0,1 1 0 0 0,0 0 0 0 0,0 1 0 0 0,0 1 0 0 0,0-1 0 0 0,0 1 0 0 0,1 0 0 0 0,-1 0 0 0 0,0-1 0 0 0,1 1 0 0 0,-1 0 0 0 0,-1-1 0 0 0,1 0 0 0 0,-1 0 0 0 0,0 0 0 0 0,0-1 0 0 0,0 1 0 0 0,0-1 0 0 0,0 0 0 0 0,0-1 0 0 0,0 1 0 0 0,0-1 0 0 0,0 0 0 0 0,-1-1 0 0 0,0-1 0 0 0,0-2 0 0 0,0-2 0 0 0,0-1 0 0 0,0-1 0 0 0,0-1 0 0 0,0 0 0 0 0,0-2 0 0 0,0 0 0 0 0,0-1 0 0 0,0 0 0 0 0,1 0 0 0 0,-1-1 0 0 0,1 0 0 0 0,-1 1 0 0 0,1 1 0 0 0,-1-1 0 0 0,0 0 0 0 0,1 1 0 0 0,-1 0 0 0 0,1 1 0 0 0,0 0 0 0 0,0 1 0 0 0,0 1 0 0 0,0 2-96 0 0,1 1 160 0 0,-1 3-64 0 0,1 1 0 0 0,0 1 0 0 0,1 1 0 0 0,-1 1 0 0 0,1 0 0 0 0,-1 0 0 0 0,1 0 0 0 0,-1 0 0 0 0,1 0 0 0 0,-1-1 0 0 0,0 1 0 0 0,-1 0 0 0 0,1-1 0 0 0,-1 0 0 0 0,0 1 0 0 0,0-1 0 0 0,0 0 0 0 0,0-1 0 0 0,0 1 0 0 0,0-1 0 0 0,0 0 0 0 0,0-1 0 0 0,-1 1 0 0 0,0-1 0 0 0,0-1 0 0 0,0-1 0 0 0,-1-2 0 0 0,1-1 0 0 0,-1-1 0 0 0,0-1 0 0 0,0 0 0 0 0,1-2 0 0 0,-1 0 0 0 0,0 0 0 0 0,1 0 0 0 0,-1 0 0 0 0,0-1 0 0 0,0 1 0 0 0,0-1 0 0 0,0 1 0 0 0,0-1 0 0 0,0 1 0 0 0,1-1 0 0 0,-1 1 0 0 0,0 0 0 0 0,1 0 0 0 0,0 0 0 0 0,0 0 0 0 0,0 0 0 0 0,0-1 0 0 0,-1 1 0 0 0,2 1 0 0 0,-1 0 0 0 0,1 1 0 0 0,-1 2 0 0 0,2 1 0 0 0,0 2 0 0 0,0 2 0 0 0,0 1 0 0 0,0 1 0 0 0,1 1 0 0 0,-1 1 0 0 0,1 0 0 0 0,-1 1 0 0 0,1-1 0 0 0,-1 1 0 0 0,1 0 0 0 0,-1-1 0 0 0,0 1 0 0 0,0-1 0 0 0,-1-1 64 0 0,1 0-64 0 0,-1-1 0 0 0,-1 1 0 0 0,0-1 0 0 0,1 0 0 0 0,-1-1 0 0 0,1-1 0 0 0,-1 1 0 0 0,-1-1 64 0 0,0-1 32 0 0,0-2-32 0 0,0-1-64 0 0,-1 0 96 0 0,1-2-32 0 0,0-1-64 0 0,0 0 96 0 0,0-1 0 0 0,0 0-32 0 0,0-1 0 0 0,0 0 32 0 0,0 0-96 0 0,0-1 0 0 0,0 0 64 0 0,0 0-64 0 0,0 0 0 0 0,1-1 0 0 0,-1 0 0 0 0,0 0 0 0 0,1-1 64 0 0,-1 0-64 0 0,0 0 64 0 0,1 0-64 0 0,-1-1 0 0 0,1 1 0 0 0,-1 0 0 0 0,2 0 64 0 0,-2 1-64 0 0,2-1 0 0 0,-1 2 0 0 0,0-1 64 0 0,1 2-64 0 0,0 0 0 0 0,0 2 0 0 0,-1 0 64 0 0,1 2 480 0 0,0 2-448 0 0,0 2-96 0 0,0 2 0 0 0,1 1 0 0 0,-1 2 64 0 0,1 1-64 0 0,0-1 0 0 0,-1 1 0 0 0,1-1 64 0 0,0 0-64 0 0,0 0 0 0 0,0 0 0 0 0,-1 0 0 0 0,0-1 0 0 0,1-1 0 0 0,-1 0 0 0 0,0 0 0 0 0,0-1 0 0 0,-1-1 256 0 0,1-2-160 0 0,0-2 0 0 0,0-1 0 0 0,-1-2-32 0 0,0 0 0 0 0,1-2 32 0 0,-1 1-96 0 0,1-1 64 0 0,-1 0-64 0 0,0 0 96 0 0,0 0-96 0 0,0-1 0 0 0,0 0 0 0 0,1 1 64 0 0,-1-1-64 0 0,0 0 64 0 0,0-1-64 0 0,0 1 96 0 0,0 0-96 0 0,0 0 0 0 0,0 0 0 0 0,0 0 0 0 0,0 1 0 0 0,-1-1 64 0 0,1 2-64 0 0,-1-1 96 0 0,0 1-96 0 0,1 0 0 0 0,-1 1 0 0 0,1 0 0 0 0,0 1 0 0 0,-1 0 0 0 0,1 0 64 0 0,-1 1-64 0 0,1-1 64 0 0,-1 1 0 0 0,0 1 0 0 0,0 2-64 0 0,0 1 0 0 0,2 1 0 0 0,0 2 0 0 0,0 2 0 0 0,1 0 0 0 0,1 1 0 0 0,-1 0 0 0 0,1 0 0 0 0,0-1 0 0 0,0 0 0 0 0,0 0 0 0 0,1 0 0 0 0,-1-1 0 0 0,0 0 0 0 0,0-1 0 0 0,0 0 0 0 0,0-1 0 0 0,-1 0 0 0 0,-1-2 0 0 0,0-1 64 0 0,-1-2-64 0 0,-1 0 0 0 0,0-1 64 0 0,0-1-64 0 0,-1-1 0 0 0,-1 0 64 0 0,0-1-64 0 0,0 0 0 0 0,1 0 96 0 0,-1 0-96 0 0,-1 0 0 0 0,1 0 0 0 0,0-1 0 0 0,-1 0 0 0 0,1-1 64 0 0,0 1-64 0 0,0-1 0 0 0,1 0 0 0 0,-1 1 0 0 0,2 0 0 0 0,-1 1 0 0 0,0 0 0 0 0,1 1 0 0 0,-1 0 0 0 0,1 1 0 0 0,0 0 0 0 0,0 0 0 0 0,1 0 0 0 0,0 2 0 0 0,0 1 0 0 0,0 1 0 0 0,2 1 0 0 0,0 2-96 0 0,1 0 96 0 0,1 2 0 0 0,-1 0-64 0 0,1 1 64 0 0,0 1 0 0 0,0 0 0 0 0,-1 0 0 0 0,0 1 0 0 0,1-1 0 0 0,0 0 0 0 0,0-1 0 0 0,0 1 0 0 0,0-2 0 0 0,0-1 0 0 0,1 0 0 0 0,-1 0 0 0 0,0-1 0 0 0,1-1 0 0 0,-2 0 0 0 0,1-1 0 0 0,-1-1 0 0 0,-1-1 0 0 0,-2-2 0 0 0,0-2 0 0 0,0 1 0 0 0,-2-2 0 0 0,1 0 0 0 0,-1 0 0 0 0,-1 0 0 0 0,1 0 0 0 0,-1 0 0 0 0,1-1 0 0 0,0 1 0 0 0,-1 0 0 0 0,1-1 0 0 0,0 1 0 0 0,0 0 0 0 0,0 0 0 0 0,-1 0 0 0 0,1 0 0 0 0,0 0 0 0 0,0 2 0 0 0,1-1 0 0 0,-1 1 0 0 0,0 1 0 0 0,2-1 0 0 0,-1 2-64 0 0,2 2 0 0 0,-1 0 64 0 0,2 2 0 0 0,0 1 0 0 0,0 0-64 0 0,1 1 64 0 0,-1 0 0 0 0,1 1 0 0 0,0 0 0 0 0,0 0 0 0 0,-1-1 0 0 0,1 0 0 0 0,0 0 0 0 0,-1 0 0 0 0,1-2 0 0 0,0 1 0 0 0,-1-1 0 0 0,0-1 0 0 0,0 1 0 0 0,0 0 64 0 0,-2-2-64 0 0,0-1 0 0 0,-2 0 0 0 0,0-2 0 0 0,0 0 0 0 0,-1-1 0 0 0,1 0 0 0 0,-1 0 0 0 0,1 0 0 0 0,0 1 0 0 0,-1 0 0 0 0,1 1 0 0 0,1-1 0 0 0,-1 1 0 0 0,0 0 0 0 0,1 0 0 0 0,-1-1 0 0 0,-1 1 0 0 0,2-1 0 0 0,-1 1 0 0 0,1 0 0 0 0,-1 0 0 0 0,0-1 0 0 0,0 2 0 0 0,0-1 0 0 0,-1 0 0 0 0,2 1 0 0 0,-1-1 0 0 0,0 0 0 0 0,1-1-64 0 0,-1 0 64 0 0,0 0 0 0 0,-1 1 0 0 0,1 1 0 0 0,0 1 0 0 0,-1-1 0 0 0,1 1 0 0 0,0 0 0 0 0,-1 0 0 0 0,1 0 0 0 0,0 0 0 0 0,1-1 0 0 0,1 1-64 0 0,2 0 64 0 0,1 0 0 0 0,0 0 0 0 0,2 0 0 0 0,-1 1 0 0 0,1-1 0 0 0,-1 0 0 0 0,1 0 0 0 0,-1 0 0 0 0,1 0 0 0 0,-1 0 0 0 0,0 0 0 0 0,1 0 0 0 0,-1 0 0 0 0,0 1 0 0 0,1-1 0 0 0,-1 0 0 0 0,0 1 0 0 0,-1-1 0 0 0,1 1 0 0 0,-1 1 0 0 0,0-1 0 0 0,0 0 0 0 0,-1 0 0 0 0,1 1 0 0 0,-1 0 0 0 0,0 0 0 0 0,0 0 0 0 0,0 1 0 0 0,0-1 0 0 0,-1 0 0 0 0,1 1 0 0 0,0-1 0 0 0,0 0 0 0 0,0 1 0 0 0,0-1 0 0 0,1 0 0 0 0,0 1 0 0 0,0-1 0 0 0,-1 0 0 0 0,0 1 0 0 0,0-1 0 0 0,1 0 0 0 0,-2 1 0 0 0,2-1 0 0 0,-1 0 0 0 0,0 0 0 0 0,1 1 0 0 0,0-1 0 0 0,-1 0 0 0 0,0 1 0 0 0,0-1 0 0 0,-1 0 0 0 0,1 1 0 0 0,-1-1 0 0 0,0 0 0 0 0,1-1 0 0 0,-1 1 0 0 0,1 0 0 0 0,-1-1 0 0 0,1 2 0 0 0,-1-1 0 0 0,1 0 0 0 0,0 0 0 0 0,-1 1 0 0 0,1-1 0 0 0,-1 0 0 0 0,0 1 0 0 0,0-1 0 0 0,0 0 0 0 0,0 1 0 0 0,0-1 0 0 0,0 0 0 0 0,0 0 0 0 0,0 1 0 0 0,0-1 0 0 0,0 0 0 0 0,0 1 0 0 0,0-1 0 0 0,0 0 0 0 0,0 0 0 0 0,1 0 0 0 0,-1-1 0 0 0,0 0 0 0 0,0 0 0 0 0,0 0 0 0 0,-1 1 0 0 0,0 0 0 0 0,0 0 0 0 0,0 1 0 0 0,0-1 0 0 0,0 0 0 0 0,0 1-64 0 0,1-1 64 0 0,-1 0 0 0 0,1 1 0 0 0,0-1 0 0 0,-1 0 0 0 0,1 1-64 0 0,0-1 64 0 0,0 0 0 0 0,1 0 0 0 0,-1 1 0 0 0,0-1 0 0 0,0 0 0 0 0,0 1 0 0 0,1-2 0 0 0,0 1 0 0 0,0 0 0 0 0,1-1 0 0 0,0-1 0 0 0,1 0 0 0 0,0 0 0 0 0,0-1 0 0 0,0-1 0 0 0,-1 0 0 0 0,1 0 0 0 0,0 1 0 0 0,0 0 0 0 0,0-1 0 0 0,1 1 0 0 0,-1-1 0 0 0,0 0 0 0 0,1 1 0 0 0,-1-1 0 0 0,0 1 0 0 0,1 0 0 0 0,-1-1 0 0 0,0 1 0 0 0,1-1 0 0 0,-1 0 0 0 0,0 1 0 0 0,1-1 0 0 0,-1 0 0 0 0,0 1 0 0 0,0-1 0 0 0,0 0 0 0 0,0 0 0 0 0,-1 0 0 0 0,1-1 0 0 0,0 1 0 0 0,0-1 0 0 0,0-1 0 0 0,-1 0 0 0 0,-1 0 0 0 0,0 0 0 0 0,-1 0 0 0 0,0-1 0 0 0,-1 1 0 0 0,0 1 0 0 0,1-1 0 0 0,-1 0 0 0 0,0 0 0 0 0,1 0 0 0 0,-1 0 0 0 0,1 0 0 0 0,-1 0 0 0 0,0-1 0 0 0,1 1 0 0 0,-1 0 0 0 0,0-1 0 0 0,1 1 0 0 0,-1 0 0 0 0,1-1 0 0 0,-1 1 0 0 0,0 0 0 0 0,0-1 0 0 0,1 1 0 0 0,-1 0 0 0 0,1-1 0 0 0,0 1 0 0 0,-1 0 0 0 0,1 1 0 0 0,-1-1 0 0 0,0 0 0 0 0,1 1 0 0 0,-1 0 0 0 0,0-1 0 0 0,0 1 0 0 0,0-1 0 0 0,0 1 0 0 0,0 0 0 0 0,-1-1 0 0 0,1 0 0 0 0,-1 1 0 0 0,1 0 0 0 0,0-1 0 0 0,-1 1 0 0 0,1 0 0 0 0,0-1 0 0 0,0 0 0 0 0,0 0 0 0 0,0 1 0 0 0,0-1 0 0 0,0 0 0 0 0,0 1 0 0 0,0-1 0 0 0,0 0 0 0 0,0-1 0 0 0,0 1 0 0 0,0 0 0 0 0,0 0 0 0 0,1-1 0 0 0,-1 1 0 0 0,0 0 0 0 0,0-1 0 0 0,0 1 0 0 0,0 0 0 0 0,0 1 0 0 0,0 0 0 0 0,0 0 0 0 0,-1 0 0 0 0,0 0 0 0 0,1 1 0 0 0,-1-1 0 0 0,0 1 0 0 0,1-1 0 0 0,-1 0 0 0 0,0 1 0 0 0,1-1 0 0 0,-1 0 0 0 0,0 1 0 0 0,1-1 0 0 0,-1 0 0 0 0,0 1 0 0 0,-1-1 0 0 0,1 0 0 0 0,-1 0 0 0 0,1 0 0 0 0,0 0 0 0 0,-1 0 0 0 0,1 1 0 0 0,0 0 0 0 0,-1-1 0 0 0,1 0 0 0 0,0 0 0 0 0,0 1 0 0 0,1-1 0 0 0,-1 0 0 0 0,0 0 0 0 0,1 0 0 0 0,0 0 0 0 0,0 0 0 0 0,-1 0 0 0 0,1 0 0 0 0,-1 0 0 0 0,0 0 0 0 0,-1-1 0 0 0,1 1 0 0 0,-1 0 0 0 0,0 0 0 0 0,0 0 0 0 0,1 1 0 0 0,-1-2 0 0 0,0 1 0 0 0,0-1 0 0 0,-1 1 0 0 0,1 0 0 0 0,0 1 0 0 0,0-1 0 0 0,-1 1 0 0 0,1 0 0 0 0,0 1 0 0 0,-1-1 0 0 0,1 1 0 0 0,0 0 0 0 0,-1 1 0 0 0,1 0 0 0 0,0-1 0 0 0,-1 1 0 0 0,1 0 0 0 0,0-1 0 0 0,-1 1 0 0 0,1-1 0 0 0,0 1 0 0 0,0 0 0 0 0,-1-1 0 0 0,1 0 0 0 0,0 0 0 0 0,0 0 0 0 0,0-1 0 0 0,1 0 0 0 0,1-1 0 0 0,0-1 0 0 0,1 1 0 0 0,1 0 0 0 0,0-1 0 0 0,0 0 0 0 0,1 1 0 0 0,0-1 0 0 0,0 1 0 0 0,-1 0 0 0 0,1 1 0 0 0,1-1 0 0 0,-1 1 0 0 0,1 0 0 0 0,0 0 0 0 0,0 0 0 0 0,1 1 0 0 0,-1-1 0 0 0,0 1 0 0 0,1-1 0 0 0,-1 0 0 0 0,0 0 0 0 0,1 0 0 0 0,-1 0 0 0 0,0 1 0 0 0,1-1 0 0 0,-1 1 0 0 0,0 0 0 0 0,1 0 0 0 0,-1 0 0 0 0,0 0 0 0 0,0 0-64 0 0,1 0 64 0 0,-1 1 0 0 0,0 0 0 0 0,1 0 0 0 0,-1 0 0 0 0,0 0 0 0 0,1 0 0 0 0,-1-1 0 0 0,0 1-64 0 0,1 0 64 0 0,-1 0 0 0 0,0 0 0 0 0,0-1 0 0 0,1 1 0 0 0,-1-1 0 0 0,0 1 0 0 0,1 0 0 0 0,-1 0 0 0 0,0 0 0 0 0,1 0 0 0 0,-1 1 0 0 0,0-1 0 0 0,1 1 0 0 0,-1 0 0 0 0,0-1 0 0 0,0 1 0 0 0,1 0 0 0 0,-1 0 0 0 0,0 0 0 0 0,1 0 0 0 0,-2 0 0 0 0,1 0 0 0 0,0 1 0 0 0,-1 0 0 0 0,0-1 0 0 0,0 1 0 0 0,0-1 0 0 0,0 1 0 0 0,0-1 0 0 0,0 0 0 0 0,0-1 0 0 0,0 2 0 0 0,0-1 0 0 0,0 0 0 0 0,0 0 0 0 0,0 1 0 0 0,-1-1 0 0 0,1 2 0 0 0,-1-1 0 0 0,0 0 0 0 0,1 0 0 0 0,-2 1 0 0 0,1-1 0 0 0,-1 1 0 0 0,1-1 0 0 0,0 0 0 0 0,0 1 0 0 0,-1-1 0 0 0,1 0 0 0 0,0 0 0 0 0,0 1 0 0 0,0-1 0 0 0,-1 0 0 0 0,1 1 0 0 0,0-1 0 0 0,0 0 0 0 0,-1 1 0 0 0,0-1 0 0 0,1 0 0 0 0,-1 0 0 0 0,1 1 0 0 0,0-1 0 0 0,-1 0 0 0 0,0 1 0 0 0,1-1 0 0 0,-1 0 0 0 0,0 1 0 0 0,1-1 0 0 0,0 0 0 0 0,-1 1 0 0 0,1-1 0 0 0,-1 0 0 0 0,1 0 0 0 0,-1 1 64 0 0,1-1-64 0 0,0 0 0 0 0,-1 1 0 0 0,1-1 0 0 0,0 0 0 0 0,0 1 0 0 0,0-1 0 0 0,1 0 0 0 0,0 1 0 0 0,-1-2 0 0 0,1 1 0 0 0,0-1 0 0 0,-1 0 0 0 0,1 0 0 0 0,0-1 0 0 0,1 1 0 0 0,0 0 0 0 0,-1 0 0 0 0,1 0 0 0 0,-1 0 0 0 0,1 0 64 0 0,0 0-64 0 0,0 0 0 0 0,0 0 0 0 0,1-1 0 0 0,-1 0 0 0 0,0 0 0 0 0,-1 0 0 0 0,1 0 0 0 0,0-1 0 0 0,0 1 0 0 0,1-2 0 0 0,0 1 0 0 0,0-2 0 0 0,1 1-96 0 0,1-1 0 0 0,1-1-32 0 0,0-1-5056 0 0,0-1-992 0 0,-1-1 6176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2T03:58:06.3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19142 9002 3199 0 0,'-1'-1'1472'0'0,"0"1"-1216"0"0,0 0-256 0 0,-1 0 1024 0 0,1-2-1024 0 0,0 0 64 0 0,0 0 128 0 0,0 1-128 0 0,-1 1-64 0 0,0 1 0 0 0,1 2 384 0 0,0 0-288 0 0,-1 1 96 0 0,1 0 96 0 0,-1-1-288 0 0,1 1 64 0 0,0 0-64 0 0,2-2 0 0 0,0-2 64 0 0,0-2-64 0 0,1 1-96 0 0,0 1 96 0 0,0 0-64 0 0,0 2 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2T03:58:36.4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19092 9009 3199 0 0,'0'1'960'0'0,"-1"0"416"0"0,1 1-192 0 0,-2 1-1024 0 0,1-1-32 0 0,-1 1 320 0 0,1 0 192 0 0,-1 1-480 0 0,1-1 1120 0 0,-1 1-1216 0 0,0 0 0 0 0,0 0 192 0 0,0-1 192 0 0,1 1-384 0 0,-1-1 192 0 0,0 0-256 0 0,0 0 64 0 0,0-1 160 0 0,1 0-160 0 0,0 1-64 0 0,0 0 0 0 0,1 1 64 0 0,0-1-64 0 0,0 1 0 0 0,0 0 0 0 0,0-1 0 0 0,0 1 0 0 0,0 0 0 0 0,0 0 0 0 0,1-1 0 0 0,0 0 0 0 0,0 0 0 0 0,0 0 0 0 0,0 0-96 0 0,1 1 96 0 0,-1-1 0 0 0,1 1 0 0 0,-1 0 0 0 0,-1-1-64 0 0,1 1 64 0 0,-1 0 0 0 0,1 0-192 0 0,0-1-32 0 0,0 1 64 0 0,-1 0 96 0 0,0 0 64 0 0,0-1 0 0 0,0 1 0 0 0,0 0 0 0 0,0 0 0 0 0,0-1 0 0 0,0 1 0 0 0,0 0 0 0 0,0-1 0 0 0,-1 1 0 0 0,1 0 0 0 0,0 0 0 0 0,-1-1 320 0 0,1 1-256 0 0,-1 0-64 0 0,0 0 192 0 0,0-1-192 0 0,0 1 0 0 0,0-1 0 0 0,-1 0 0 0 0,1-1 64 0 0,1-2-64 0 0,-1-1 64 0 0,1-2-64 0 0,0 0 128 0 0,0-1 0 0 0,0 0-128 0 0,0 0 64 0 0,0 0-64 0 0,0 0 64 0 0,1 0-64 0 0,-1 1 0 0 0,1-1 64 0 0,0 0 64 0 0,-1 0 192 0 0,1 1-192 0 0,-1-1-64 0 0,0 0-64 0 0,0 0 0 0 0,0 1 0 0 0,1 0 0 0 0,0 0 0 0 0,0 0 64 0 0,-1 0-64 0 0,0 0 0 0 0,0-1 0 0 0,-1 0 0 0 0,0 1 0 0 0,1-1 0 0 0,-1 0 320 0 0,0 0 0 0 0,1 1-224 0 0,0-1-96 0 0,0 0 0 0 0,0 0 128 0 0,0 1-128 0 0,0-1 0 0 0,1 0 0 0 0,-1 0 0 0 0,0 1 0 0 0,0-1 0 0 0,0 0 0 0 0,0 1 64 0 0,1-1-64 0 0,1 1 0 0 0,0 0-3520 0 0,0 0 3520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2T03:58:55.7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26822 7898 3199 0 0,'-8'-8'3456'0'0,"-13"-19"352"0"0,-6-4-3744 0 0,2 0 0 0 0,3 6 0 0 0,2 6 192 0 0,4 5-96 0 0,3 4 32 0 0,1 4 224 0 0,-1 3 32 0 0,0 2 96 0 0,-1 1-352 0 0,-1 0 160 0 0,0 1-288 0 0,0 0 32 0 0,-1 0-32 0 0,1-1 0 0 0,-1 0 96 0 0,-2 1-64 0 0,-1-1 0 0 0,0 0 0 0 0,0 2 0 0 0,2 2 32 0 0,0-1-128 0 0,1 0-96 0 0,3 1 96 0 0,1 1 0 0 0,-1-1 0 0 0,1 2 0 0 0,-2-1 0 0 0,0 2 0 0 0,2 2 0 0 0,0 0 0 0 0,0-2 0 0 0,2 1-64 0 0,-1 2 64 0 0,0 1 0 0 0,-1-1 0 0 0,1 1 0 0 0,0-2 0 0 0,2 0 0 0 0,0 2 0 0 0,-2 1-64 0 0,2 1 0 0 0,-1-1 64 0 0,-1-3-64 0 0,-1-3-1792 0 0,-2-3 1600 0 0,0-1-96 0 0,-1-2-192 0 0,-1 3 384 0 0,0 0 32 0 0,1 0 128 0 0,-1 1 0 0 0,0 1 0 0 0,3 2 0 0 0,1 0 0 0 0,-1 1 0 0 0,1 2 0 0 0,-2 0 0 0 0,2 0 0 0 0,1-2 0 0 0,-1-1 0 0 0,-1 0 0 0 0,-1 1 0 0 0,0 3 0 0 0,-1-1 64 0 0,-1 0-64 0 0,1-1 0 0 0,2 1 0 0 0,0-2 0 0 0,1 0 0 0 0,-1 0 0 0 0,-1 0 0 0 0,3 2 0 0 0,-1-1 0 0 0,0 0 0 0 0,2 2 0 0 0,0-1 0 0 0,-1 0 0 0 0,1 2 0 0 0,0-2 0 0 0,-1 0 0 0 0,1 1 0 0 0,0-1 0 0 0,-1-3 0 0 0,-2 1 0 0 0,2 1 0 0 0,0 0 0 0 0,2 0 0 0 0,0-1 0 0 0,-2-2 0 0 0,-1 0 0 0 0,-1 3 0 0 0,-1-1 0 0 0,-1-2 0 0 0,-1 1 0 0 0,1 0 0 0 0,-4-3 64 0 0,2 2-64 0 0,2 0 0 0 0,0-2 64 0 0,0-1-64 0 0,0-1 0 0 0,0 1 0 0 0,0 1 0 0 0,-1 0 64 0 0,1-2-64 0 0,-1 0 0 0 0,1-1 64 0 0,-1-1-64 0 0,1 0 0 0 0,-1 0 0 0 0,1 0 0 0 0,-1 0 96 0 0,0 2 128 0 0,1 2-224 0 0,-1-1 64 0 0,3 2-64 0 0,1 1 0 0 0,0-2 0 0 0,2 2 64 0 0,0 0-64 0 0,-1 1 0 0 0,-1 0 64 0 0,1 1-64 0 0,0 2 0 0 0,-1-1 64 0 0,-1-2 0 0 0,2 1-64 0 0,0-1 64 0 0,-1-2-64 0 0,0-2 0 0 0,-2-1 0 0 0,-1-1 128 0 0,0-1-64 0 0,0 0 0 0 0,-1 0-64 0 0,3-3 192 0 0,1-1-192 0 0,-1 0 0 0 0,0 4 0 0 0,2 4 0 0 0,0 2 0 0 0,5-1 0 0 0,6 0 0 0 0,5 0 0 0 0,5 1 0 0 0,3-2 0 0 0,3-1 0 0 0,0-1 0 0 0,1-1 0 0 0,-6 0 672 0 0,-4-4-608 0 0,-6-1 0 0 0,-6 1-64 0 0,-8-3 64 0 0,-6 1 64 0 0,-6-3-128 0 0,2 4 64 0 0,2 2-64 0 0,2 1 0 0 0,1 2 0 0 0,4 2 0 0 0,2 1 0 0 0,0 0 64 0 0,-1-1-64 0 0,6 2 0 0 0,5 0 0 0 0,6-1 0 0 0,5-1 0 0 0,4-4 0 0 0,2-1 0 0 0,2-1 0 0 0,-1-2 0 0 0,-4 2 0 0 0,-8 2 0 0 0,-7 0 0 0 0,-5 4 0 0 0,-4 1 0 0 0,-3 3 0 0 0,-2 0 0 0 0,3-4 0 0 0,6-3 0 0 0,4-3 0 0 0,6-2 0 0 0,2-2 0 0 0,3-3 0 0 0,4 1 0 0 0,2-2 0 0 0,1 2 0 0 0,-1-1 0 0 0,-1 2 0 0 0,-4 2 0 0 0,-7 2 0 0 0,-6 5 0 0 0,-5 1 0 0 0,-3 1 0 0 0,-2 0 0 0 0,-2 2 0 0 0,1 0 64 0 0,4 0-64 0 0,8-2 0 0 0,7-1 0 0 0,5-1 0 0 0,5 0 0 0 0,2-1 0 0 0,1 0 0 0 0,1 0 0 0 0,0-1 0 0 0,0-1 0 0 0,-1-2 0 0 0,0-2 0 0 0,-5 2 480 0 0,-8 2-416 0 0,-6 2-64 0 0,-6 3 448 0 0,-4 1-288 0 0,-2 0-160 0 0,1 1 64 0 0,1 1-64 0 0,-1-1 0 0 0,0-1 64 0 0,-1 0-64 0 0,1 1 0 0 0,-2-1 0 0 0,1-1 0 0 0,-1 1 0 0 0,1 1 0 0 0,-1-2 64 0 0,0 3-64 0 0,1 2 0 0 0,4 0 64 0 0,8-4-64 0 0,7-3 0 0 0,4-4 0 0 0,5-2 0 0 0,2-2 0 0 0,2 0 0 0 0,-3-2 0 0 0,-1 1 0 0 0,1-1 0 0 0,-1 1 0 0 0,2-1 0 0 0,-3-1 0 0 0,-1 1 0 0 0,1-1 64 0 0,1 2-64 0 0,1-1 0 0 0,0 1 0 0 0,6-1-896 0 0,0 2 896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D826A-DAE5-4F0A-8F3E-92709F64C35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10AB3-E2DE-4049-8848-FEDB55CFC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8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0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0112-2173-5CB9-A4F0-5A657AB9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54BF5-B15F-AA9A-5523-82F24A3DA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33D47-06F4-E2E5-F0F6-381285B3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2AFAF-9F3B-5253-F2BC-57F51B12E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19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E0E1-D985-D9E8-5005-D52FDA25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D90D2-4A99-E6B7-61FE-A495E7E7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58D82-9BBA-DE48-F3E2-A72B8F0C1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620D5-6CB8-601C-9B47-2CDD041E2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84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3FD4-8AB3-721C-E319-93711B23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68769-5261-3CB9-90C0-61D1E546C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316AF-998E-69B5-8A22-2329D43D5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85074-2DD8-2D48-053B-931FEA926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5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641F-4978-A387-B810-B86A2C77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AFBFF-6571-5D69-BB0B-88A3F0160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3C18D-1CB8-B66D-7095-70307E6AF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8ECA9-D053-2FC2-F965-85D558450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1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8E85-4516-9CDC-F57E-AB489C79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D2DF1-41CA-21E6-111D-66D3D3296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B2B91-83AD-CFFA-94D7-1EA71339C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25C93-D333-CCFD-9C05-52F27BAF2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28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0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0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0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916C-874A-77CB-F000-DC98C309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4AAE3-B1AB-A0FE-FA51-23F1437F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AC4EC-76BA-E5A5-8EB4-8A18B5284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4C90A-4CB8-7416-33A6-39D67428A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04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9883-DD24-7B50-1311-A9F78F70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247D8-8EC3-F003-D73A-B0DC5D0DA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E2915-E437-5B54-4913-DD65AF9E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6A8AF-DC01-6FF4-CB2E-D2391303A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36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A4BD-186C-0929-10B0-B94734CC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F7CE2-806A-C1A7-8397-51EC78539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057A0-4212-AAF2-1064-43E442C12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8F1F1-94F1-64E2-82CB-916DAA394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36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3DA5C-2A13-B84D-9CE5-59F428B1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C75CD-31ED-BDD8-23AF-664645F04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9AF24-B0FE-4F55-ADFD-C502EA733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FF373-C710-951B-240B-0D79025C6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2FC-A527-4CC7-BBA1-D38FD4402DB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5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5B7A-7D37-13E3-2A9E-EBD45A2FE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07C83-12EB-9416-5500-F7A266831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415C7-7FAC-113F-39A9-ED36684F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2E0A-BC31-4425-92D6-6251B38C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D1A5F-BEB0-2E13-023B-7AF0595A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A5F0-864F-6DC2-0744-5913F1A6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5475-A8A0-137D-25D2-4C2197EDC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B23D9-D413-4588-9699-5BDED1F1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57C4-2462-E4F0-D1BF-CB26E13C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A45F-1C7B-AB18-97D4-821DAE45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4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CB7D-E747-6A15-8087-6D2AE616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7AD0B-B014-3FBE-DDAE-F197E5DB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C927F-CFE7-CAD2-6291-0FF2B62E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BCB8C-4635-C9C8-99D6-5335718B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D0C1-6A92-5E24-6625-E8B87A94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61D0-738D-2C3E-C40C-51F41073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C206-5B64-0487-1A8C-779321301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F767E-705C-8241-F4E6-B0EF69D90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2ADD2-624E-70A6-FFE3-D636AD6E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2548-1350-235D-E998-C4F9B593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4F52F-2DAA-9C78-ECB4-F8D7CB22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C41D-D78A-52A3-5746-412FD2B2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84A3C-79E1-7A92-303C-276BE833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73757-4676-D3F4-777E-F027D2464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3E69CB-A194-D10D-BAD1-7E56419E1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84763-CBFC-7C2C-B0AD-B6F60FDE2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D0A9E-0943-BB19-8AAA-727F4EB1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35C782-1B63-A0CB-D4D3-D28A5EBE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C489A-EFFC-F100-0F33-8F4E58A2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0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798C-AC63-3A66-2785-1F20CD5D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9F587-8648-D04F-3F02-4F112300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B0B80-1E1B-7C3E-F1CE-CF4D4FD4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09A1-A116-681F-8E96-03ABB229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1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97AB8-8C9E-2382-DB18-1452F17A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335AF-22E1-3DDB-C3C9-D6403BA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84511-B2C5-A3AA-3B34-91694EA4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2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444A-81C6-4379-5206-F14EC068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637F-61FE-1670-7C20-0C51596B6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9F7E4-99EC-EA45-BEC5-655383DDC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9CDB8-BBFC-A990-D0B0-D27F661B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E0C05-09CA-FB5C-C9ED-931B9D72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F7CBE-45DB-F858-38C3-467CC496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4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CE83-639D-D3CB-317A-96252347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1F908-EB6B-9CE2-FDAE-6794349F8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BDE31-465C-471C-5985-73A598C4C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C309-93F7-5EE3-E73C-8D5C2575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7569A-3B43-DAEC-9D21-C1BF3B1F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38C32-3FE7-9395-9337-8C746F0E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3D78-A878-D331-1DE1-C520F66C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4DBED-C9A1-CEB7-0511-C32F96A31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FD072-CBC2-84E6-AFAE-CE100FB3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89F3-63B1-7C27-2A42-D1E9FAC2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8A1CE-99F9-6CDF-1918-94F9F01E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7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2CC5E4-A90E-1C1F-4E23-1541DE26D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88618-FD17-BB68-05B3-497166F50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08022-2167-CFE4-7C45-E12249D0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A50A-7C3C-806D-4AFD-7BD7DF9A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4C57-81A5-A98B-C04F-90417998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FAD54-9E8C-DFDC-EF7E-7BF63700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2DFB9-A923-978C-2E23-7B8BAE989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D2F63-1C88-120B-E5AB-DCB6BB9D2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EA4C0-70C8-43CD-ADA8-5F309C49C5C7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7202-1778-E4DC-B9AD-01E69027E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EA96F-A3F8-94A3-127D-202A3373B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0FE54-20A7-4713-8777-7C05BBEE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6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E4D7F9C5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3.xml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customXml" Target="../ink/ink2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14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3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2AD9EAD6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9363-0ACA-B547-470C-F4EA57E11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27950" y="1344718"/>
            <a:ext cx="9144000" cy="910618"/>
          </a:xfrm>
        </p:spPr>
        <p:txBody>
          <a:bodyPr>
            <a:normAutofit fontScale="90000"/>
          </a:bodyPr>
          <a:lstStyle/>
          <a:p>
            <a:r>
              <a:rPr lang="en-US"/>
              <a:t>Solar-Powered Rover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8299C-69EF-390F-EC3F-6A0ECF9AD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75" y="2438902"/>
            <a:ext cx="6345732" cy="29044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By Team 66:</a:t>
            </a:r>
          </a:p>
          <a:p>
            <a:pPr algn="l"/>
            <a:r>
              <a:rPr lang="en-US"/>
              <a:t>William Mancuso (EE), Bowen Williamson (EE), Margaret Burkes (EE), Keldon Ngo (EE), Kenny Bui (EE)</a:t>
            </a:r>
          </a:p>
          <a:p>
            <a:pPr algn="l"/>
            <a:endParaRPr lang="en-US"/>
          </a:p>
          <a:p>
            <a:pPr algn="l"/>
            <a:r>
              <a:rPr lang="en-US"/>
              <a:t>Project Sponsor: Dr. </a:t>
            </a:r>
            <a:r>
              <a:rPr lang="en-US" err="1"/>
              <a:t>Xiangyu</a:t>
            </a:r>
            <a:r>
              <a:rPr lang="en-US"/>
              <a:t> Meng</a:t>
            </a:r>
          </a:p>
          <a:p>
            <a:pPr algn="l"/>
            <a:r>
              <a:rPr lang="en-US"/>
              <a:t>Faculty Advisor: Dr. Shahab </a:t>
            </a:r>
            <a:r>
              <a:rPr lang="en-US" err="1"/>
              <a:t>Mehraeen</a:t>
            </a:r>
            <a:endParaRPr lang="en-US"/>
          </a:p>
          <a:p>
            <a:pPr algn="l"/>
            <a:endParaRPr lang="en-US"/>
          </a:p>
        </p:txBody>
      </p:sp>
      <p:pic>
        <p:nvPicPr>
          <p:cNvPr id="8" name="Picture 7" descr="A blue and black stripe&#10;&#10;Description automatically generated">
            <a:extLst>
              <a:ext uri="{FF2B5EF4-FFF2-40B4-BE49-F238E27FC236}">
                <a16:creationId xmlns:a16="http://schemas.microsoft.com/office/drawing/2014/main" id="{324FBEA2-6F8E-C29D-6934-44030F50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01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F98DC921-808A-BC77-F8B6-FDE6B7FA0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9" name="Picture 8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8ED65BC9-06D1-45A3-A2C9-678F4D052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2042C7-2741-917F-9A49-E138E4F73E34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DF588-A298-B866-946B-D45CD0D01E51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9E68B-6E13-0000-16F2-FE83A6F29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70" y="2980864"/>
            <a:ext cx="3857625" cy="2581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9CC30E-CE73-4667-0A20-843661D92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194" y="1471214"/>
            <a:ext cx="1392085" cy="1445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20946-8BDD-F781-D93D-F17A361013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030" y="1636475"/>
            <a:ext cx="1485265" cy="1237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C683D1-6522-83B2-583D-4959F0946C2B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</p:spTree>
    <p:extLst>
      <p:ext uri="{BB962C8B-B14F-4D97-AF65-F5344CB8AC3E}">
        <p14:creationId xmlns:p14="http://schemas.microsoft.com/office/powerpoint/2010/main" val="349411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4CF8-F2D5-D643-B952-2D4527BD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Functional Requirement #1:</a:t>
            </a:r>
            <a:br>
              <a:rPr lang="en-US"/>
            </a:br>
            <a:r>
              <a:rPr lang="en-US" sz="2800"/>
              <a:t>Convert Solar Energy to Power the Rover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0D45-AB0D-7792-7E20-5BD9B2C53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271"/>
            <a:ext cx="10515600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Test #1: Ideal Condition Power Production</a:t>
            </a:r>
            <a:endParaRPr lang="en-US"/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Conducted by: Margaret Burkes &amp; Keldon Ngo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Test the power production of the panel throughout a sunny day</a:t>
            </a:r>
          </a:p>
          <a:p>
            <a:r>
              <a:rPr lang="en-US" sz="2400"/>
              <a:t>Test #2 : Non-Ideal Condition Power Production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Conducted by: Keldon Ngo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Test the power production throughout a cloudy day</a:t>
            </a:r>
          </a:p>
          <a:p>
            <a:r>
              <a:rPr lang="en-US" sz="2400"/>
              <a:t>Test #3 : Indoor Power Production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Conducted by: Keldon Ngo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Test the power production indoors.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EF11046D-E704-D1F1-7818-A0EBB238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2D7BD87D-0077-461C-F065-3A652E989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B969F62-AAD5-9D49-3E16-FB42F4DA5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B9FBF-46BA-C5B5-963A-508C0E47FCD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A08FF-6803-CF25-D906-63A42FA376E3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093FE-F89A-5B5E-DE45-BD12F1896355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Keldon Ngo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Keldon Ngo</a:t>
            </a: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73720489-7B6F-6A2D-4C1E-7C54CA20B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129" y="3427891"/>
            <a:ext cx="4597632" cy="267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9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286C-E34A-406C-7C3E-0774A640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8DF9-B0AE-3792-01B3-73565774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783079"/>
            <a:ext cx="10515600" cy="1325563"/>
          </a:xfrm>
        </p:spPr>
        <p:txBody>
          <a:bodyPr/>
          <a:lstStyle/>
          <a:p>
            <a:r>
              <a:rPr lang="en-US"/>
              <a:t>Functional Requirement #2:</a:t>
            </a:r>
            <a:br>
              <a:rPr lang="en-US"/>
            </a:br>
            <a:r>
              <a:rPr lang="en-US" sz="2800"/>
              <a:t>Autonomously Switch Power Between Power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5290-B4BD-7409-27C2-F441DA23D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832"/>
            <a:ext cx="7691718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/>
              <a:t>Test #1: Battery charging from solar power</a:t>
            </a:r>
            <a:endParaRPr lang="en-US"/>
          </a:p>
          <a:p>
            <a:pPr marL="0" indent="0">
              <a:buNone/>
            </a:pPr>
            <a:r>
              <a:rPr lang="en-US" sz="2000"/>
              <a:t> -  Conducted by: Bowen Williamson</a:t>
            </a:r>
            <a:endParaRPr lang="en-US"/>
          </a:p>
          <a:p>
            <a:pPr marL="0" indent="0">
              <a:buNone/>
            </a:pPr>
            <a:r>
              <a:rPr lang="en-US" sz="2000"/>
              <a:t> -  Ensure battery charging while rover is stationary</a:t>
            </a:r>
          </a:p>
          <a:p>
            <a:pPr marL="0" indent="0">
              <a:buNone/>
            </a:pPr>
            <a:endParaRPr lang="en-US" sz="2000"/>
          </a:p>
          <a:p>
            <a:pPr marL="342900" indent="-342900"/>
            <a:r>
              <a:rPr lang="en-US" sz="2400"/>
              <a:t>Test #2: Monitor battery operation with solar power</a:t>
            </a:r>
          </a:p>
          <a:p>
            <a:pPr marL="0" indent="0">
              <a:buNone/>
            </a:pPr>
            <a:r>
              <a:rPr lang="en-US" sz="2000"/>
              <a:t> -  Conducted by: Bowen Williamson</a:t>
            </a:r>
          </a:p>
          <a:p>
            <a:pPr marL="0" indent="0">
              <a:buNone/>
            </a:pPr>
            <a:r>
              <a:rPr lang="en-US" sz="2000"/>
              <a:t> -  Time battery life during normal operation</a:t>
            </a:r>
            <a:endParaRPr lang="en-US"/>
          </a:p>
          <a:p>
            <a:pPr marL="0" indent="0">
              <a:buNone/>
            </a:pPr>
            <a:r>
              <a:rPr lang="en-US" sz="2000"/>
              <a:t> -  Compare current from charge controller vs. battery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2AF88A64-1D41-5F58-1C9C-26E142344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17794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B568FB1D-760B-9401-6E4D-ABD94B0BF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D460D9BB-FC92-06BB-627A-CAF5381F6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349559-B3CD-F85B-2F7A-47CEA33863FF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653CA-2125-3624-21D0-CCFCB919C5AB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#3</a:t>
            </a:r>
          </a:p>
        </p:txBody>
      </p:sp>
      <p:pic>
        <p:nvPicPr>
          <p:cNvPr id="4" name="Picture 3" descr="A diagram of a power supply system&#10;&#10;AI-generated content may be incorrect.">
            <a:extLst>
              <a:ext uri="{FF2B5EF4-FFF2-40B4-BE49-F238E27FC236}">
                <a16:creationId xmlns:a16="http://schemas.microsoft.com/office/drawing/2014/main" id="{4E493788-61EF-DF9B-FACA-E669062AB5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959" y="1313793"/>
            <a:ext cx="3184097" cy="4824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06E4D-473F-CBC6-0487-63CCD079B791}"/>
              </a:ext>
            </a:extLst>
          </p:cNvPr>
          <p:cNvSpPr txBox="1"/>
          <p:nvPr/>
        </p:nvSpPr>
        <p:spPr>
          <a:xfrm>
            <a:off x="8833084" y="585272"/>
            <a:ext cx="35797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Bowen Williamson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Bowen Williamson</a:t>
            </a:r>
          </a:p>
        </p:txBody>
      </p:sp>
    </p:spTree>
    <p:extLst>
      <p:ext uri="{BB962C8B-B14F-4D97-AF65-F5344CB8AC3E}">
        <p14:creationId xmlns:p14="http://schemas.microsoft.com/office/powerpoint/2010/main" val="38393594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F6E4-4B48-3340-AF9F-1ED8C817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729C5-54A4-B21A-59B7-81345EAA4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766" y="1455134"/>
            <a:ext cx="6331275" cy="45976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E8CA0-40C6-C169-4187-49C947E5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803226"/>
            <a:ext cx="10515600" cy="1325563"/>
          </a:xfrm>
        </p:spPr>
        <p:txBody>
          <a:bodyPr/>
          <a:lstStyle/>
          <a:p>
            <a:r>
              <a:rPr lang="en-US"/>
              <a:t>Functional Requirement #3:</a:t>
            </a:r>
            <a:br>
              <a:rPr lang="en-US"/>
            </a:br>
            <a:r>
              <a:rPr lang="en-US" sz="2800"/>
              <a:t>Clean the Solar Panel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8DB29-E44B-720D-D277-A4AA88DBAE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3266" y="2235786"/>
                <a:ext cx="4406875" cy="2271145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>
                    <a:ea typeface="+mn-lt"/>
                    <a:cs typeface="+mn-lt"/>
                  </a:rPr>
                  <a:t>Test #1: </a:t>
                </a:r>
                <a:r>
                  <a:rPr lang="en-US" sz="2400"/>
                  <a:t>Effectiveness of the Cleaning System</a:t>
                </a:r>
              </a:p>
              <a:p>
                <a:pPr lvl="1">
                  <a:buFontTx/>
                  <a:buChar char="-"/>
                </a:pPr>
                <a:r>
                  <a:rPr lang="en-US" sz="1800"/>
                  <a:t>Conducted by: Margaret Burkes</a:t>
                </a:r>
              </a:p>
              <a:p>
                <a:pPr lvl="1">
                  <a:buFontTx/>
                  <a:buChar char="-"/>
                </a:pPr>
                <a:r>
                  <a:rPr lang="en-US" sz="1800"/>
                  <a:t>Data Analysis: Taking the average of</a:t>
                </a:r>
              </a:p>
              <a:p>
                <a:pPr marL="457200" lvl="1" indent="0">
                  <a:buNone/>
                </a:pPr>
                <a:endParaRPr lang="en-US" sz="180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𝑐𝑙𝑒𝑎𝑛𝑖𝑛𝑔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𝑎𝑓𝑡𝑒𝑟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𝑏𝑒𝑓𝑜𝑟𝑒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𝑏𝑒𝑓𝑜𝑟𝑒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×100%</m:t>
                      </m:r>
                    </m:oMath>
                  </m:oMathPara>
                </a14:m>
                <a:endParaRPr lang="en-US" sz="1800"/>
              </a:p>
              <a:p>
                <a:pPr marL="457200" lvl="1" indent="0">
                  <a:buNone/>
                </a:pPr>
                <a:endParaRPr lang="en-US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8DB29-E44B-720D-D277-A4AA88DBAE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3266" y="2235786"/>
                <a:ext cx="4406875" cy="2271145"/>
              </a:xfrm>
              <a:blipFill>
                <a:blip r:embed="rId4"/>
                <a:stretch>
                  <a:fillRect l="-1798" t="-3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0881D6F5-7CF6-D9EE-4A60-D318B25C3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96828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65AAD3AC-5502-769F-D9CE-9D5D2C3B2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B716A168-3E98-ACF4-F4D8-3DF00CB8B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BFD05C-19A7-DFD0-8624-DADD2A6AB9F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B967E-4BE2-D2AA-B07B-0133968BB6C0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A4F1A-0075-A2F8-2C91-B39844DD94D9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Margaret Burkes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Margaret Burkes</a:t>
            </a:r>
          </a:p>
        </p:txBody>
      </p:sp>
    </p:spTree>
    <p:extLst>
      <p:ext uri="{BB962C8B-B14F-4D97-AF65-F5344CB8AC3E}">
        <p14:creationId xmlns:p14="http://schemas.microsoft.com/office/powerpoint/2010/main" val="179525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777A-7078-1881-D1D3-66425BD7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5699-96F9-B5F8-39F3-E9A76B3D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Functional Requirement #3:</a:t>
            </a:r>
            <a:br>
              <a:rPr lang="en-US"/>
            </a:br>
            <a:r>
              <a:rPr lang="en-US" sz="2800"/>
              <a:t>Clean the Solar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8F8D-589C-351D-63DD-B8FC0E7C6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51" y="2176271"/>
            <a:ext cx="7017896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Test #2: Activation Of Brush Cleaning System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Conducted by Kenny Bui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Microcontroller acknowledges dust and debris, and different environmental aspects 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A pyranometer output and solar panel output power will be compared for decision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Instrumentation: Recording device to visualize activation take place</a:t>
            </a:r>
            <a:endParaRPr lang="en-US"/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Protocol: Flour will be used to represent dust/debris, and different environmental scenarios can be provided to simulate false-positive triggers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457200" lvl="1" indent="0">
              <a:buNone/>
            </a:pPr>
            <a:endParaRPr lang="en-US" sz="2000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8C4AEEDE-DED2-B3A7-775A-BDB6BE23B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11C31D51-DAD5-C6DB-CD00-DEB21EE81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0E9FEEC-EA04-6452-F89B-FB13F5713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8BFEDC2-4053-6186-4F70-4A7A04D2ACA3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2CC6A8-0F92-BA39-B4CA-EDB52AB1A14F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8E673-327E-EB85-F7E9-06AC42AE5D0E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Kenny Bui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Kenny Bui</a:t>
            </a:r>
          </a:p>
        </p:txBody>
      </p:sp>
      <p:pic>
        <p:nvPicPr>
          <p:cNvPr id="17" name="Content Placeholder 6" descr="A table with a conveyor belt&#10;&#10;Description automatically generated">
            <a:extLst>
              <a:ext uri="{FF2B5EF4-FFF2-40B4-BE49-F238E27FC236}">
                <a16:creationId xmlns:a16="http://schemas.microsoft.com/office/drawing/2014/main" id="{E701996D-B910-1C67-D810-6DA9A7361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" t="16040" r="2709" b="22463"/>
          <a:stretch/>
        </p:blipFill>
        <p:spPr>
          <a:xfrm>
            <a:off x="6814652" y="2465262"/>
            <a:ext cx="5377348" cy="2568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E5FF852-41AA-A162-B2B7-1C36417771C2}"/>
                  </a:ext>
                </a:extLst>
              </p14:cNvPr>
              <p14:cNvContentPartPr/>
              <p14:nvPr/>
            </p14:nvContentPartPr>
            <p14:xfrm>
              <a:off x="10502536" y="3166088"/>
              <a:ext cx="165463" cy="148692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E5FF852-41AA-A162-B2B7-1C36417771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84590" y="3148130"/>
                <a:ext cx="200996" cy="1842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F0881E5-8828-1F75-C451-679F3CEE3452}"/>
                  </a:ext>
                </a:extLst>
              </p14:cNvPr>
              <p14:cNvContentPartPr/>
              <p14:nvPr/>
            </p14:nvContentPartPr>
            <p14:xfrm>
              <a:off x="10539425" y="3241318"/>
              <a:ext cx="7621" cy="10021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F0881E5-8828-1F75-C451-679F3CEE34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22858" y="3224040"/>
                <a:ext cx="40424" cy="44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C1C712-057A-5E94-AAA4-46544C6FEBA0}"/>
                  </a:ext>
                </a:extLst>
              </p14:cNvPr>
              <p14:cNvContentPartPr/>
              <p14:nvPr/>
            </p14:nvContentPartPr>
            <p14:xfrm>
              <a:off x="10533468" y="3242867"/>
              <a:ext cx="10891" cy="7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C1C712-057A-5E94-AAA4-46544C6FEB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15902" y="3224966"/>
                <a:ext cx="45672" cy="114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5C33CF-757C-485A-AA29-81A25DFFAD43}"/>
                  </a:ext>
                </a:extLst>
              </p14:cNvPr>
              <p14:cNvContentPartPr/>
              <p14:nvPr/>
            </p14:nvContentPartPr>
            <p14:xfrm>
              <a:off x="10533941" y="3040990"/>
              <a:ext cx="778396" cy="28915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5C33CF-757C-485A-AA29-81A25DFFAD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15948" y="3023008"/>
                <a:ext cx="814023" cy="324754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 descr="A bag of flour and a pile of powder&#10;&#10;AI-generated content may be incorrect.">
            <a:extLst>
              <a:ext uri="{FF2B5EF4-FFF2-40B4-BE49-F238E27FC236}">
                <a16:creationId xmlns:a16="http://schemas.microsoft.com/office/drawing/2014/main" id="{E6B2A4D7-21B3-9CBC-62FE-6DE15D5F32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0936" y="1717701"/>
            <a:ext cx="1326162" cy="1230287"/>
          </a:xfrm>
          <a:prstGeom prst="rect">
            <a:avLst/>
          </a:prstGeom>
        </p:spPr>
      </p:pic>
      <p:pic>
        <p:nvPicPr>
          <p:cNvPr id="10" name="Picture 9" descr="A black silhouette of a tree&#10;&#10;AI-generated content may be incorrect.">
            <a:extLst>
              <a:ext uri="{FF2B5EF4-FFF2-40B4-BE49-F238E27FC236}">
                <a16:creationId xmlns:a16="http://schemas.microsoft.com/office/drawing/2014/main" id="{A725DC2F-10F1-444A-0B00-C63F88EB41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77490" y="1501982"/>
            <a:ext cx="1322104" cy="14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6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A8FA-5036-760E-7DE6-61BB941F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AC92-F715-ACC9-CB50-78F9C654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Qualitative Specification #1:</a:t>
            </a:r>
            <a:br>
              <a:rPr lang="en-US"/>
            </a:br>
            <a:r>
              <a:rPr lang="en-US" sz="2800"/>
              <a:t>Compatibility with Existing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58A84-0D24-6739-EA0F-FB82DCD7E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6271"/>
                <a:ext cx="4463005" cy="408324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/>
                  <a:t>Terrain Test</a:t>
                </a:r>
              </a:p>
              <a:p>
                <a:pPr lvl="1">
                  <a:buFontTx/>
                  <a:buChar char="-"/>
                </a:pPr>
                <a:r>
                  <a:rPr lang="en-US" sz="2000"/>
                  <a:t>Conducted by: Margaret Burkes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𝑆𝑝𝑒𝑒𝑑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𝐷𝑖𝑠𝑡𝑎𝑛𝑐𝑒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𝑇𝑖𝑚𝑒</m:t>
                        </m:r>
                      </m:den>
                    </m:f>
                  </m:oMath>
                </a14:m>
                <a:endParaRPr lang="en-US" sz="2000"/>
              </a:p>
              <a:p>
                <a:pPr lvl="1">
                  <a:buFontTx/>
                  <a:buChar char="-"/>
                </a:pPr>
                <a:r>
                  <a:rPr lang="en-US" sz="2000"/>
                  <a:t>Previous Team’s Results with 36kg of additional weight:</a:t>
                </a:r>
              </a:p>
              <a:p>
                <a:pPr lvl="1">
                  <a:buFontTx/>
                  <a:buChar char="-"/>
                </a:pPr>
                <a:endParaRPr lang="en-US" sz="2000"/>
              </a:p>
              <a:p>
                <a:pPr lvl="1">
                  <a:buFontTx/>
                  <a:buChar char="-"/>
                </a:pPr>
                <a:endParaRPr lang="en-US" sz="2000"/>
              </a:p>
              <a:p>
                <a:pPr lvl="1">
                  <a:buFontTx/>
                  <a:buChar char="-"/>
                </a:pPr>
                <a:endParaRPr lang="en-US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58A84-0D24-6739-EA0F-FB82DCD7E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6271"/>
                <a:ext cx="4463005" cy="4083243"/>
              </a:xfrm>
              <a:blipFill>
                <a:blip r:embed="rId5"/>
                <a:stretch>
                  <a:fillRect l="-1913" t="-2090" r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41D7B701-18E4-5AE6-ED3B-1214B09EC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53B435D1-9A11-3793-EDB2-4C46DFD04B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1A85CCE2-6CC3-F813-4560-60876BF81D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B00215-68E6-196D-C65F-4039AB6510E3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160E7-CCEB-A13D-D7F9-3FCCDF5433F4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#6</a:t>
            </a:r>
          </a:p>
        </p:txBody>
      </p:sp>
      <p:pic>
        <p:nvPicPr>
          <p:cNvPr id="4" name="Levee_Test">
            <a:hlinkClick r:id="" action="ppaction://media"/>
            <a:extLst>
              <a:ext uri="{FF2B5EF4-FFF2-40B4-BE49-F238E27FC236}">
                <a16:creationId xmlns:a16="http://schemas.microsoft.com/office/drawing/2014/main" id="{55D22389-44F8-AF87-6AA9-168B7777E2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509160" y="2472867"/>
            <a:ext cx="5844640" cy="328761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8DF4C4-FE99-28C7-43BD-39CB633D9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847611"/>
              </p:ext>
            </p:extLst>
          </p:nvPr>
        </p:nvGraphicFramePr>
        <p:xfrm>
          <a:off x="1524866" y="3931677"/>
          <a:ext cx="311331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6657">
                  <a:extLst>
                    <a:ext uri="{9D8B030D-6E8A-4147-A177-3AD203B41FA5}">
                      <a16:colId xmlns:a16="http://schemas.microsoft.com/office/drawing/2014/main" val="1272975633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2399765596"/>
                    </a:ext>
                  </a:extLst>
                </a:gridCol>
              </a:tblGrid>
              <a:tr h="344850">
                <a:tc>
                  <a:txBody>
                    <a:bodyPr/>
                    <a:lstStyle/>
                    <a:p>
                      <a:r>
                        <a:rPr lang="en-US"/>
                        <a:t>Terrain: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088035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r>
                        <a:rPr lang="en-US"/>
                        <a:t>Sand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 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40732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r>
                        <a:rPr lang="en-US"/>
                        <a:t>Grass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 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61662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r>
                        <a:rPr lang="en-US"/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0.62 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90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r>
                        <a:rPr lang="en-US"/>
                        <a:t>Levee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0.33 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9824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323426-A556-C626-7512-6F5C95E1276C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Margaret Burkes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Margaret Burkes</a:t>
            </a:r>
          </a:p>
        </p:txBody>
      </p:sp>
    </p:spTree>
    <p:extLst>
      <p:ext uri="{BB962C8B-B14F-4D97-AF65-F5344CB8AC3E}">
        <p14:creationId xmlns:p14="http://schemas.microsoft.com/office/powerpoint/2010/main" val="219107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B585-CD58-0261-EA74-0CA34971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F0A7-47FA-2789-51FB-BC666453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Qualitative Specification #3:</a:t>
            </a:r>
            <a:br>
              <a:rPr lang="en-US"/>
            </a:br>
            <a:r>
              <a:rPr lang="en-US" sz="2800"/>
              <a:t>Portability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0A3E1-E018-53EE-0C03-231F3F6BF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271"/>
            <a:ext cx="10515600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Assembly Test</a:t>
            </a:r>
          </a:p>
          <a:p>
            <a:pPr marL="457200" lvl="1" indent="0">
              <a:buNone/>
            </a:pPr>
            <a:r>
              <a:rPr lang="en-US" sz="2000"/>
              <a:t>-Conducted by: William Mancuso</a:t>
            </a:r>
            <a:endParaRPr lang="en-US"/>
          </a:p>
          <a:p>
            <a:pPr marL="457200" lvl="1" indent="0">
              <a:buNone/>
            </a:pPr>
            <a:r>
              <a:rPr lang="en-US" sz="2000"/>
              <a:t>-Measure assembly and disassembly time </a:t>
            </a:r>
          </a:p>
          <a:p>
            <a:pPr marL="457200" lvl="1" indent="0">
              <a:buNone/>
            </a:pPr>
            <a:r>
              <a:rPr lang="en-US" sz="2000"/>
              <a:t>-Test equipment: Drill or Screwdriver</a:t>
            </a:r>
          </a:p>
          <a:p>
            <a:pPr marL="457200" lvl="1" indent="0">
              <a:buNone/>
            </a:pPr>
            <a:r>
              <a:rPr lang="en-US" sz="2000"/>
              <a:t>-Measure and compare final dimensions</a:t>
            </a:r>
            <a:endParaRPr lang="en-US"/>
          </a:p>
          <a:p>
            <a:endParaRPr lang="en-US" sz="2400"/>
          </a:p>
          <a:p>
            <a:pPr marL="457200" lvl="1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400"/>
              <a:t> 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1328A5DC-5774-703C-15FD-9E36CED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640A7AA9-57D3-3286-637E-F62E5280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B64F04A4-12C9-79D5-041A-E68FDD21A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F6CB0F-113F-0BA6-CE33-76C6E207123F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BAC894-8B05-F412-43EC-8BF05FB0B796}"/>
              </a:ext>
            </a:extLst>
          </p:cNvPr>
          <p:cNvSpPr txBox="1"/>
          <p:nvPr/>
        </p:nvSpPr>
        <p:spPr>
          <a:xfrm>
            <a:off x="11778391" y="6374694"/>
            <a:ext cx="46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0DA54-A40E-0DA1-997C-80192958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058" y="1993353"/>
            <a:ext cx="5049441" cy="3713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87069-D103-3657-2B8F-585929896B3E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</p:spTree>
    <p:extLst>
      <p:ext uri="{BB962C8B-B14F-4D97-AF65-F5344CB8AC3E}">
        <p14:creationId xmlns:p14="http://schemas.microsoft.com/office/powerpoint/2010/main" val="251768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4CF8-F2D5-D643-B952-2D4527BD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6" y="818757"/>
            <a:ext cx="10515600" cy="1325563"/>
          </a:xfrm>
        </p:spPr>
        <p:txBody>
          <a:bodyPr/>
          <a:lstStyle/>
          <a:p>
            <a:r>
              <a:rPr lang="en-US"/>
              <a:t>Environmental Impact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0D45-AB0D-7792-7E20-5BD9B2C53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17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latin typeface="Arial"/>
                <a:cs typeface="Arial"/>
              </a:rPr>
              <a:t>•</a:t>
            </a:r>
            <a:r>
              <a:rPr lang="en-US" sz="2400"/>
              <a:t> Decrease in power required from the grid</a:t>
            </a:r>
          </a:p>
          <a:p>
            <a:pPr>
              <a:buNone/>
            </a:pPr>
            <a:endParaRPr lang="en-US" sz="2400">
              <a:latin typeface="Aptos"/>
              <a:cs typeface="Arial"/>
            </a:endParaRPr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•</a:t>
            </a:r>
            <a:r>
              <a:rPr lang="en-US" sz="2400"/>
              <a:t> Recyclable components</a:t>
            </a:r>
          </a:p>
          <a:p>
            <a:pPr>
              <a:buNone/>
            </a:pPr>
            <a:endParaRPr lang="en-US" sz="2400">
              <a:latin typeface="Aptos"/>
              <a:cs typeface="Arial"/>
            </a:endParaRPr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•</a:t>
            </a:r>
            <a:r>
              <a:rPr lang="en-US" sz="2400"/>
              <a:t> Emission-free operation</a:t>
            </a:r>
          </a:p>
          <a:p>
            <a:pPr>
              <a:buNone/>
            </a:pPr>
            <a:endParaRPr lang="en-US" sz="2400"/>
          </a:p>
          <a:p>
            <a:r>
              <a:rPr lang="en-US" sz="2400"/>
              <a:t>   Testing with biodegradable materials (flour)</a:t>
            </a:r>
          </a:p>
          <a:p>
            <a:pPr>
              <a:buNone/>
            </a:pPr>
            <a:endParaRPr lang="en-US" sz="2400"/>
          </a:p>
          <a:p>
            <a:r>
              <a:rPr lang="en-US" sz="2400"/>
              <a:t>   Dry cleaning; no harmful chemicals</a:t>
            </a: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EF11046D-E704-D1F1-7818-A0EBB238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2D7BD87D-0077-461C-F065-3A652E989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B969F62-AAD5-9D49-3E16-FB42F4DA5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B9FBF-46BA-C5B5-963A-508C0E47FCD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A08FF-6803-CF25-D906-63A42FA376E3}"/>
              </a:ext>
            </a:extLst>
          </p:cNvPr>
          <p:cNvSpPr txBox="1"/>
          <p:nvPr/>
        </p:nvSpPr>
        <p:spPr>
          <a:xfrm>
            <a:off x="11688896" y="6374694"/>
            <a:ext cx="5575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#8</a:t>
            </a:r>
          </a:p>
        </p:txBody>
      </p:sp>
      <p:pic>
        <p:nvPicPr>
          <p:cNvPr id="4" name="Picture 3" descr="A group of people standing next to a tree with symbols&#10;&#10;Description automatically generated">
            <a:extLst>
              <a:ext uri="{FF2B5EF4-FFF2-40B4-BE49-F238E27FC236}">
                <a16:creationId xmlns:a16="http://schemas.microsoft.com/office/drawing/2014/main" id="{D92326DD-E465-B433-852C-3B1D5CC46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0691" y="1907199"/>
            <a:ext cx="4457700" cy="3295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BA96E1-A70E-99FF-B2D4-9689A755B32B}"/>
              </a:ext>
            </a:extLst>
          </p:cNvPr>
          <p:cNvSpPr txBox="1"/>
          <p:nvPr/>
        </p:nvSpPr>
        <p:spPr>
          <a:xfrm>
            <a:off x="8773886" y="628951"/>
            <a:ext cx="34600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Bowen Williamson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Bowen Williamson</a:t>
            </a:r>
          </a:p>
        </p:txBody>
      </p:sp>
    </p:spTree>
    <p:extLst>
      <p:ext uri="{BB962C8B-B14F-4D97-AF65-F5344CB8AC3E}">
        <p14:creationId xmlns:p14="http://schemas.microsoft.com/office/powerpoint/2010/main" val="57605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4CF8-F2D5-D643-B952-2D4527BD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6" y="818757"/>
            <a:ext cx="10515600" cy="1325563"/>
          </a:xfrm>
        </p:spPr>
        <p:txBody>
          <a:bodyPr/>
          <a:lstStyle/>
          <a:p>
            <a:r>
              <a:rPr lang="en-US"/>
              <a:t>Safety Assessment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EF11046D-E704-D1F1-7818-A0EBB238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2D7BD87D-0077-461C-F065-3A652E989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B969F62-AAD5-9D49-3E16-FB42F4DA5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B9FBF-46BA-C5B5-963A-508C0E47FCD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A08FF-6803-CF25-D906-63A42FA376E3}"/>
              </a:ext>
            </a:extLst>
          </p:cNvPr>
          <p:cNvSpPr txBox="1"/>
          <p:nvPr/>
        </p:nvSpPr>
        <p:spPr>
          <a:xfrm>
            <a:off x="11666863" y="6374694"/>
            <a:ext cx="579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#9</a:t>
            </a:r>
          </a:p>
        </p:txBody>
      </p:sp>
      <p:graphicFrame>
        <p:nvGraphicFramePr>
          <p:cNvPr id="4" name="Content Placeholder 12">
            <a:extLst>
              <a:ext uri="{FF2B5EF4-FFF2-40B4-BE49-F238E27FC236}">
                <a16:creationId xmlns:a16="http://schemas.microsoft.com/office/drawing/2014/main" id="{DD69C7B0-AF0F-A44F-80B1-3DAB20BE6B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831497"/>
              </p:ext>
            </p:extLst>
          </p:nvPr>
        </p:nvGraphicFramePr>
        <p:xfrm>
          <a:off x="769495" y="1925560"/>
          <a:ext cx="10515600" cy="384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9128">
                  <a:extLst>
                    <a:ext uri="{9D8B030D-6E8A-4147-A177-3AD203B41FA5}">
                      <a16:colId xmlns:a16="http://schemas.microsoft.com/office/drawing/2014/main" val="4059215766"/>
                    </a:ext>
                  </a:extLst>
                </a:gridCol>
                <a:gridCol w="7546472">
                  <a:extLst>
                    <a:ext uri="{9D8B030D-6E8A-4147-A177-3AD203B41FA5}">
                      <a16:colId xmlns:a16="http://schemas.microsoft.com/office/drawing/2014/main" val="3127960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/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Safety Preventative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37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Electrical Shock 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 electrical connections on our rover are properly grounded to prevent shock hazard.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60215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Arc Flash 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All electrical connections are covered and have appropriate safety measures in place to avoid short circuiting. This will mitigate arc flashes.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62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Overcurrent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 major electrical components have incorporated fused connections that are sized properly and are expected to pop in the case of overcurrent.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46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Moving object hazard with motors on cleaning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There is a cancel button designed in the brush cleaning system that is designed to cancel all operation of the cleaning system in case it is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59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Unexpected cleaning system 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There is also a buzzer designed to trigger before the cleaning system is activated to alert all nearby prior to the cleaning system activating.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9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Kill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There are two switches attached to the battery that can be quickly disengaged to de-energize the entire rover in the case that it is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4236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CAD79A-2839-A506-30B5-95C747083EA9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Kenny Bui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Kenny Bui</a:t>
            </a:r>
          </a:p>
        </p:txBody>
      </p:sp>
    </p:spTree>
    <p:extLst>
      <p:ext uri="{BB962C8B-B14F-4D97-AF65-F5344CB8AC3E}">
        <p14:creationId xmlns:p14="http://schemas.microsoft.com/office/powerpoint/2010/main" val="267386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4CF8-F2D5-D643-B952-2D4527BD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6" y="818757"/>
            <a:ext cx="10515600" cy="1325563"/>
          </a:xfrm>
        </p:spPr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0D45-AB0D-7792-7E20-5BD9B2C53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17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hlinkClick r:id="rId3" action="ppaction://hlinksldjump"/>
              </a:rPr>
              <a:t>Measurable Specification #1: Budget</a:t>
            </a:r>
            <a:endParaRPr lang="en-US" sz="2400"/>
          </a:p>
          <a:p>
            <a:r>
              <a:rPr lang="en-US" sz="2400">
                <a:hlinkClick r:id="rId4" action="ppaction://hlinksldjump"/>
              </a:rPr>
              <a:t>Measurable Specification #2: Interior Space</a:t>
            </a:r>
            <a:endParaRPr lang="en-US" sz="2400"/>
          </a:p>
          <a:p>
            <a:r>
              <a:rPr lang="en-US" sz="2400">
                <a:hlinkClick r:id="rId5" action="ppaction://hlinksldjump"/>
              </a:rPr>
              <a:t>Measurable Specification #3: Weight Limit</a:t>
            </a:r>
            <a:endParaRPr lang="en-US" sz="2400"/>
          </a:p>
          <a:p>
            <a:r>
              <a:rPr lang="en-US" sz="2400">
                <a:hlinkClick r:id="rId6" action="ppaction://hlinksldjump"/>
              </a:rPr>
              <a:t>Qualitative Specification #2: Weatherproof Design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EF11046D-E704-D1F1-7818-A0EBB2380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2D7BD87D-0077-461C-F065-3A652E9891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B969F62-AAD5-9D49-3E16-FB42F4DA59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B9FBF-46BA-C5B5-963A-508C0E47FCD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A08FF-6803-CF25-D906-63A42FA376E3}"/>
              </a:ext>
            </a:extLst>
          </p:cNvPr>
          <p:cNvSpPr txBox="1"/>
          <p:nvPr/>
        </p:nvSpPr>
        <p:spPr>
          <a:xfrm>
            <a:off x="11666863" y="6374694"/>
            <a:ext cx="579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#10</a:t>
            </a:r>
          </a:p>
        </p:txBody>
      </p:sp>
    </p:spTree>
    <p:extLst>
      <p:ext uri="{BB962C8B-B14F-4D97-AF65-F5344CB8AC3E}">
        <p14:creationId xmlns:p14="http://schemas.microsoft.com/office/powerpoint/2010/main" val="174551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4B6E2-BAB5-4782-7C94-F9D26A49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CE0E-CA24-5442-F208-2478696D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Measurable Specification #3:</a:t>
            </a:r>
            <a:br>
              <a:rPr lang="en-US"/>
            </a:br>
            <a:r>
              <a:rPr lang="en-US" sz="2800"/>
              <a:t>Weight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6538-E137-ABB5-D0C5-458F6DAFC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271"/>
            <a:ext cx="4622007" cy="40891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/>
              <a:t>Max Speed Test</a:t>
            </a:r>
          </a:p>
          <a:p>
            <a:pPr lvl="1">
              <a:buFontTx/>
              <a:buChar char="-"/>
            </a:pPr>
            <a:r>
              <a:rPr lang="en-US" sz="2000"/>
              <a:t>Conducted by: William Mancuso</a:t>
            </a:r>
          </a:p>
          <a:p>
            <a:pPr lvl="1">
              <a:buFontTx/>
              <a:buChar char="-"/>
            </a:pPr>
            <a:r>
              <a:rPr lang="en-US" sz="2000"/>
              <a:t>Measure the speed of the fully assembled rover</a:t>
            </a:r>
          </a:p>
          <a:p>
            <a:pPr lvl="1">
              <a:buFontTx/>
              <a:buChar char="-"/>
            </a:pPr>
            <a:r>
              <a:rPr lang="en-US" sz="2000"/>
              <a:t>Test equipment stop-watch, tape measure, camera</a:t>
            </a:r>
          </a:p>
          <a:p>
            <a:pPr lvl="1">
              <a:buFontTx/>
              <a:buChar char="-"/>
            </a:pPr>
            <a:r>
              <a:rPr lang="en-US" sz="2000"/>
              <a:t>Compare speeds</a:t>
            </a:r>
          </a:p>
          <a:p>
            <a:pPr lvl="1">
              <a:buFontTx/>
              <a:buChar char="-"/>
            </a:pPr>
            <a:endParaRPr lang="en-US" sz="2000"/>
          </a:p>
          <a:p>
            <a:pPr lvl="1">
              <a:buFontTx/>
              <a:buChar char="-"/>
            </a:pPr>
            <a:endParaRPr lang="en-US" sz="2000"/>
          </a:p>
          <a:p>
            <a:pPr marL="0" indent="0">
              <a:buNone/>
            </a:pPr>
            <a:r>
              <a:rPr lang="en-US" sz="2400"/>
              <a:t> 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 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12B0DB2E-F079-5989-7A80-033BEA60B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DCF96144-39EA-2640-2FAA-B3ED60860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59070DF7-1D50-FF1A-7986-0770067A0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07A0D8C-FC9E-B973-6E82-B1C910F18906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3B8CC-8219-7B14-37FD-22279383CA9E}"/>
              </a:ext>
            </a:extLst>
          </p:cNvPr>
          <p:cNvSpPr txBox="1"/>
          <p:nvPr/>
        </p:nvSpPr>
        <p:spPr>
          <a:xfrm>
            <a:off x="11677880" y="6374694"/>
            <a:ext cx="5685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#11</a:t>
            </a:r>
          </a:p>
        </p:txBody>
      </p:sp>
      <p:pic>
        <p:nvPicPr>
          <p:cNvPr id="5" name="Picture 4" descr="A machine with wheels on the side of the road&#10;&#10;AI-generated content may be incorrect.">
            <a:extLst>
              <a:ext uri="{FF2B5EF4-FFF2-40B4-BE49-F238E27FC236}">
                <a16:creationId xmlns:a16="http://schemas.microsoft.com/office/drawing/2014/main" id="{CB5F689D-D24C-5949-E37A-C45CDE70D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852" y="2178844"/>
            <a:ext cx="6407888" cy="3601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844795-A813-0081-ACDB-84CC2F7CF604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</p:spTree>
    <p:extLst>
      <p:ext uri="{BB962C8B-B14F-4D97-AF65-F5344CB8AC3E}">
        <p14:creationId xmlns:p14="http://schemas.microsoft.com/office/powerpoint/2010/main" val="4166543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46F0-0380-8FC8-5007-21778C69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1EEA-5BE6-F32E-6904-2C0718EF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Qualitative Specification #2:</a:t>
            </a:r>
            <a:br>
              <a:rPr lang="en-US"/>
            </a:br>
            <a:r>
              <a:rPr lang="en-US" sz="2800"/>
              <a:t>Weatherproof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1A2BE-9E7F-1424-F7D6-E99663CE6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271"/>
            <a:ext cx="10515600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Ducky Assumption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The assumption made by the team will be that the Ducky Products spray is </a:t>
            </a:r>
            <a:r>
              <a:rPr lang="en-US" sz="2000">
                <a:ea typeface="+mn-lt"/>
                <a:cs typeface="+mn-lt"/>
              </a:rPr>
              <a:t>reputable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The treated electronics will be water-proof</a:t>
            </a:r>
          </a:p>
          <a:p>
            <a:pPr lvl="1">
              <a:buFont typeface="Calibri" panose="020B0604020202020204" pitchFamily="34" charset="0"/>
              <a:buChar char="-"/>
            </a:pPr>
            <a:endParaRPr lang="en-US" sz="2000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BD53B07D-067A-2E46-D73A-0D1DB8B3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1B5DA046-AB4E-56ED-5A2B-08792A29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0C1A0396-2199-333B-DF15-B3D6B73A4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89E54D-AA19-C66B-F3A4-887D17E2B2AC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FB7F2-132A-931D-B989-53FCCB8C17E4}"/>
              </a:ext>
            </a:extLst>
          </p:cNvPr>
          <p:cNvSpPr txBox="1"/>
          <p:nvPr/>
        </p:nvSpPr>
        <p:spPr>
          <a:xfrm>
            <a:off x="11683142" y="6374694"/>
            <a:ext cx="5573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695DC-A39C-7B67-BCDB-54855BFBF96E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Keldon Ngo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Keldon Ngo</a:t>
            </a:r>
          </a:p>
        </p:txBody>
      </p:sp>
      <p:pic>
        <p:nvPicPr>
          <p:cNvPr id="7" name="Picture 6" descr="Electronics &amp; Water Damage: Causes ...">
            <a:extLst>
              <a:ext uri="{FF2B5EF4-FFF2-40B4-BE49-F238E27FC236}">
                <a16:creationId xmlns:a16="http://schemas.microsoft.com/office/drawing/2014/main" id="{B03FAA6E-B8B2-C0A4-655A-AFB23C87D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547" y="3254381"/>
            <a:ext cx="3282253" cy="21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E46E-5535-9443-908A-A90B4388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D645-EF06-1E02-A163-6076B9FC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Measurable Specification #2:</a:t>
            </a:r>
            <a:br>
              <a:rPr lang="en-US"/>
            </a:br>
            <a:r>
              <a:rPr lang="en-US" sz="2800"/>
              <a:t>Interior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BFC9-D6F2-1C23-A5EB-708504CB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51" y="2176271"/>
            <a:ext cx="6251014" cy="4083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Test: Chassis Measurement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Conducted by Kenny Bui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Measure overall interior space of the chassis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Measure and analyze volumes of components within the chassis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Calculate the occupied space within the chassis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Instrumentation: Tape Measure and Spec Sheets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2000"/>
              <a:t>Overall Interior Space – Occupied Interior Space = Remaining Interior Space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pPr marL="800100" lvl="1" indent="-342900">
              <a:buFont typeface="Calibri" panose="020B0604020202020204" pitchFamily="34" charset="0"/>
              <a:buChar char="-"/>
            </a:pPr>
            <a:endParaRPr lang="en-US" sz="2000"/>
          </a:p>
          <a:p>
            <a:endParaRPr lang="en-US" sz="2400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A6977F34-6796-1D88-8669-7AE06B460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EA06EBDB-F9F9-BC54-1F3C-264FF34C0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548CCE68-7410-DBF1-F8CB-E10F40F77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3356B0-52AF-235A-1B7B-647434B3C4E7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Aptos" panose="02110004020202020204"/>
              </a:rPr>
              <a:t>2/13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22B01-D42A-F1CE-EC5A-3F70CED00D1D}"/>
              </a:ext>
            </a:extLst>
          </p:cNvPr>
          <p:cNvSpPr txBox="1"/>
          <p:nvPr/>
        </p:nvSpPr>
        <p:spPr>
          <a:xfrm>
            <a:off x="11647423" y="6374694"/>
            <a:ext cx="593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CDF44-F3B6-B91B-05E1-46F641439908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Kenny Bui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Kenny Bui</a:t>
            </a:r>
          </a:p>
        </p:txBody>
      </p:sp>
      <p:pic>
        <p:nvPicPr>
          <p:cNvPr id="5" name="Picture 4" descr="A machine with wheels and a metal frame&#10;&#10;AI-generated content may be incorrect.">
            <a:extLst>
              <a:ext uri="{FF2B5EF4-FFF2-40B4-BE49-F238E27FC236}">
                <a16:creationId xmlns:a16="http://schemas.microsoft.com/office/drawing/2014/main" id="{AD4A7067-3E33-7396-C7F2-953BB52EF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061" y="2757876"/>
            <a:ext cx="4478780" cy="26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34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2C9E-50A4-6751-A851-60648CB5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0D9C-BE5C-3802-1BB3-4B345449D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1" y="1011194"/>
            <a:ext cx="10515600" cy="1325563"/>
          </a:xfrm>
        </p:spPr>
        <p:txBody>
          <a:bodyPr/>
          <a:lstStyle/>
          <a:p>
            <a:r>
              <a:rPr lang="en-US"/>
              <a:t>Measurable Specification #1:</a:t>
            </a:r>
            <a:br>
              <a:rPr lang="en-US"/>
            </a:br>
            <a:r>
              <a:rPr lang="en-US" sz="2800"/>
              <a:t>Budget</a:t>
            </a:r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732B7496-68C2-FAFE-BA81-0326F62FF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213"/>
            <a:ext cx="12192000" cy="1432560"/>
          </a:xfrm>
          <a:prstGeom prst="rect">
            <a:avLst/>
          </a:prstGeom>
        </p:spPr>
      </p:pic>
      <p:pic>
        <p:nvPicPr>
          <p:cNvPr id="8" name="Picture 7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8CD8EA59-EC8E-723E-4F0F-B273B3DDE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14" name="Picture 1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B7F44675-B4CC-3C96-6D2B-1DE917778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0E1EDD-44DF-67DF-A455-18DB045CD1F5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1/21/2025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7B7FF-0801-1917-4D25-C329EF71EA45}"/>
              </a:ext>
            </a:extLst>
          </p:cNvPr>
          <p:cNvSpPr txBox="1"/>
          <p:nvPr/>
        </p:nvSpPr>
        <p:spPr>
          <a:xfrm>
            <a:off x="11663131" y="6374694"/>
            <a:ext cx="5768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#14</a:t>
            </a:r>
          </a:p>
        </p:txBody>
      </p:sp>
      <p:pic>
        <p:nvPicPr>
          <p:cNvPr id="3" name="Picture 2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D649D138-9E1A-A8FD-2FD5-860DE373A9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72" t="10149" r="-396" b="541"/>
          <a:stretch/>
        </p:blipFill>
        <p:spPr>
          <a:xfrm>
            <a:off x="5781950" y="1922289"/>
            <a:ext cx="6384932" cy="4229663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EFBA4DFA-AB5E-0857-6148-460E8CABF415}"/>
              </a:ext>
            </a:extLst>
          </p:cNvPr>
          <p:cNvSpPr txBox="1"/>
          <p:nvPr/>
        </p:nvSpPr>
        <p:spPr>
          <a:xfrm>
            <a:off x="558943" y="2336741"/>
            <a:ext cx="2743200" cy="280076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/>
              <a:t>Project Funding: </a:t>
            </a:r>
            <a:r>
              <a:rPr lang="en-US" sz="2200" b="1"/>
              <a:t>$4,000</a:t>
            </a:r>
          </a:p>
          <a:p>
            <a:endParaRPr lang="en-US" sz="2200"/>
          </a:p>
          <a:p>
            <a:r>
              <a:rPr lang="en-US" sz="2200"/>
              <a:t>Total Spent: </a:t>
            </a:r>
            <a:r>
              <a:rPr lang="en-US" sz="2200" b="1">
                <a:solidFill>
                  <a:srgbClr val="FF0000"/>
                </a:solidFill>
              </a:rPr>
              <a:t>$1,549.69</a:t>
            </a:r>
          </a:p>
          <a:p>
            <a:endParaRPr lang="en-US" sz="2200"/>
          </a:p>
          <a:p>
            <a:r>
              <a:rPr lang="en-US" sz="2200"/>
              <a:t>Remaining: </a:t>
            </a:r>
            <a:r>
              <a:rPr lang="en-US" sz="2200" b="1">
                <a:solidFill>
                  <a:srgbClr val="00B0F0"/>
                </a:solidFill>
              </a:rPr>
              <a:t>$2,450.31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1783C-E207-8E05-ECE8-15928F553099}"/>
              </a:ext>
            </a:extLst>
          </p:cNvPr>
          <p:cNvSpPr txBox="1"/>
          <p:nvPr/>
        </p:nvSpPr>
        <p:spPr>
          <a:xfrm>
            <a:off x="8665030" y="628951"/>
            <a:ext cx="35689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Bowen Williamson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Bowen Williamson</a:t>
            </a:r>
          </a:p>
        </p:txBody>
      </p:sp>
    </p:spTree>
    <p:extLst>
      <p:ext uri="{BB962C8B-B14F-4D97-AF65-F5344CB8AC3E}">
        <p14:creationId xmlns:p14="http://schemas.microsoft.com/office/powerpoint/2010/main" val="7189245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Widescreen</PresentationFormat>
  <Paragraphs>195</Paragraphs>
  <Slides>14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Solar-Powered Rover</vt:lpstr>
      <vt:lpstr>Functional Requirement #1: Convert Solar Energy to Power the Rover</vt:lpstr>
      <vt:lpstr>Functional Requirement #2: Autonomously Switch Power Between Power Sources</vt:lpstr>
      <vt:lpstr>Functional Requirement #3: Clean the Solar Panel</vt:lpstr>
      <vt:lpstr>Functional Requirement #3: Clean the Solar Panel</vt:lpstr>
      <vt:lpstr>Qualitative Specification #1: Compatibility with Existing Design</vt:lpstr>
      <vt:lpstr>Qualitative Specification #3: Portability</vt:lpstr>
      <vt:lpstr>Environmental Impact Assessment</vt:lpstr>
      <vt:lpstr>Safety Assessment</vt:lpstr>
      <vt:lpstr>Appendix</vt:lpstr>
      <vt:lpstr>Measurable Specification #3: Weight Limit</vt:lpstr>
      <vt:lpstr>Qualitative Specification #2: Weatherproof Design</vt:lpstr>
      <vt:lpstr>Measurable Specification #2: Interior Space</vt:lpstr>
      <vt:lpstr>Measurable Specification #1: Budget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Burkes</dc:creator>
  <cp:lastModifiedBy>Meg Burkes</cp:lastModifiedBy>
  <cp:revision>1</cp:revision>
  <dcterms:created xsi:type="dcterms:W3CDTF">2025-02-04T21:35:10Z</dcterms:created>
  <dcterms:modified xsi:type="dcterms:W3CDTF">2025-02-12T23:17:28Z</dcterms:modified>
</cp:coreProperties>
</file>